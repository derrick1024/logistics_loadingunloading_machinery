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17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66"/>
    <a:srgbClr val="339933"/>
    <a:srgbClr val="91E391"/>
    <a:srgbClr val="B9EDB9"/>
    <a:srgbClr val="33CC33"/>
    <a:srgbClr val="02294A"/>
    <a:srgbClr val="093454"/>
    <a:srgbClr val="0D385A"/>
    <a:srgbClr val="0D3858"/>
    <a:srgbClr val="0C3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48"/>
      </p:cViewPr>
      <p:guideLst>
        <p:guide pos="3817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101600" dist="127000" algn="l" rotWithShape="0">
                <a:srgbClr val="02294A"/>
              </a:outerShdw>
            </a:effectLst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F2-4EA4-B2B1-B36EEB3D49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blurRad="50800" dist="127000" dir="2700000" algn="tl" rotWithShape="0">
                <a:srgbClr val="02294A"/>
              </a:outerShdw>
            </a:effectLst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F2-4EA4-B2B1-B36EEB3D496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>
              <a:outerShdw blurRad="114300" dist="139700" algn="l" rotWithShape="0">
                <a:srgbClr val="02294A">
                  <a:alpha val="41961"/>
                </a:srgbClr>
              </a:outerShdw>
            </a:effectLst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0F2-4EA4-B2B1-B36EEB3D49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71592088"/>
        <c:axId val="371591432"/>
      </c:barChart>
      <c:catAx>
        <c:axId val="3715920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71591432"/>
        <c:crosses val="autoZero"/>
        <c:auto val="1"/>
        <c:lblAlgn val="ctr"/>
        <c:lblOffset val="100"/>
        <c:noMultiLvlLbl val="0"/>
      </c:catAx>
      <c:valAx>
        <c:axId val="3715914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715920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64582431102362203"/>
          <c:y val="3.3195618036686851E-2"/>
          <c:w val="0.31645096530457573"/>
          <c:h val="5.098919112860046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5E91E9-075F-41EA-896D-34F4DEC12E3E}" type="datetimeFigureOut">
              <a:rPr lang="zh-CN" altLang="en-US" smtClean="0"/>
              <a:t>2016/3/7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F7F80A-0C03-4ED8-9310-A62701BF59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3128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5E91E9-075F-41EA-896D-34F4DEC12E3E}" type="datetimeFigureOut">
              <a:rPr lang="zh-CN" altLang="en-US" smtClean="0"/>
              <a:t>2016/3/7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F7F80A-0C03-4ED8-9310-A62701BF59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1461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5E91E9-075F-41EA-896D-34F4DEC12E3E}" type="datetimeFigureOut">
              <a:rPr lang="zh-CN" altLang="en-US" smtClean="0"/>
              <a:t>2016/3/7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F7F80A-0C03-4ED8-9310-A62701BF59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7972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5E91E9-075F-41EA-896D-34F4DEC12E3E}" type="datetimeFigureOut">
              <a:rPr lang="zh-CN" altLang="en-US" smtClean="0"/>
              <a:t>2016/3/7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F7F80A-0C03-4ED8-9310-A62701BF59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8687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5E91E9-075F-41EA-896D-34F4DEC12E3E}" type="datetimeFigureOut">
              <a:rPr lang="zh-CN" altLang="en-US" smtClean="0"/>
              <a:t>2016/3/7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F7F80A-0C03-4ED8-9310-A62701BF59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8007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5E91E9-075F-41EA-896D-34F4DEC12E3E}" type="datetimeFigureOut">
              <a:rPr lang="zh-CN" altLang="en-US" smtClean="0"/>
              <a:t>2016/3/7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F7F80A-0C03-4ED8-9310-A62701BF59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4288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5E91E9-075F-41EA-896D-34F4DEC12E3E}" type="datetimeFigureOut">
              <a:rPr lang="zh-CN" altLang="en-US" smtClean="0"/>
              <a:t>2016/3/7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F7F80A-0C03-4ED8-9310-A62701BF59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08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5E91E9-075F-41EA-896D-34F4DEC12E3E}" type="datetimeFigureOut">
              <a:rPr lang="zh-CN" altLang="en-US" smtClean="0"/>
              <a:t>2016/3/7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F7F80A-0C03-4ED8-9310-A62701BF59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8066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5E91E9-075F-41EA-896D-34F4DEC12E3E}" type="datetimeFigureOut">
              <a:rPr lang="zh-CN" altLang="en-US" smtClean="0"/>
              <a:t>2016/3/7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F7F80A-0C03-4ED8-9310-A62701BF59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4475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5E91E9-075F-41EA-896D-34F4DEC12E3E}" type="datetimeFigureOut">
              <a:rPr lang="zh-CN" altLang="en-US" smtClean="0"/>
              <a:t>2016/3/7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F7F80A-0C03-4ED8-9310-A62701BF59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2921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5E91E9-075F-41EA-896D-34F4DEC12E3E}" type="datetimeFigureOut">
              <a:rPr lang="zh-CN" altLang="en-US" smtClean="0"/>
              <a:t>2016/3/7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F7F80A-0C03-4ED8-9310-A62701BF59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323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29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856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 rot="2700000">
            <a:off x="5112464" y="2712701"/>
            <a:ext cx="6323964" cy="4724479"/>
          </a:xfrm>
          <a:custGeom>
            <a:avLst/>
            <a:gdLst>
              <a:gd name="connsiteX0" fmla="*/ 0 w 5138057"/>
              <a:gd name="connsiteY0" fmla="*/ 0 h 2641600"/>
              <a:gd name="connsiteX1" fmla="*/ 5138057 w 5138057"/>
              <a:gd name="connsiteY1" fmla="*/ 0 h 2641600"/>
              <a:gd name="connsiteX2" fmla="*/ 5138057 w 5138057"/>
              <a:gd name="connsiteY2" fmla="*/ 2641600 h 2641600"/>
              <a:gd name="connsiteX3" fmla="*/ 0 w 5138057"/>
              <a:gd name="connsiteY3" fmla="*/ 2641600 h 2641600"/>
              <a:gd name="connsiteX4" fmla="*/ 0 w 5138057"/>
              <a:gd name="connsiteY4" fmla="*/ 0 h 2641600"/>
              <a:gd name="connsiteX0" fmla="*/ 0 w 5907793"/>
              <a:gd name="connsiteY0" fmla="*/ 1652367 h 4293967"/>
              <a:gd name="connsiteX1" fmla="*/ 5907793 w 5907793"/>
              <a:gd name="connsiteY1" fmla="*/ 0 h 4293967"/>
              <a:gd name="connsiteX2" fmla="*/ 5138057 w 5907793"/>
              <a:gd name="connsiteY2" fmla="*/ 4293967 h 4293967"/>
              <a:gd name="connsiteX3" fmla="*/ 0 w 5907793"/>
              <a:gd name="connsiteY3" fmla="*/ 4293967 h 4293967"/>
              <a:gd name="connsiteX4" fmla="*/ 0 w 5907793"/>
              <a:gd name="connsiteY4" fmla="*/ 1652367 h 4293967"/>
              <a:gd name="connsiteX0" fmla="*/ 71842 w 5907793"/>
              <a:gd name="connsiteY0" fmla="*/ 738947 h 4293967"/>
              <a:gd name="connsiteX1" fmla="*/ 5907793 w 5907793"/>
              <a:gd name="connsiteY1" fmla="*/ 0 h 4293967"/>
              <a:gd name="connsiteX2" fmla="*/ 5138057 w 5907793"/>
              <a:gd name="connsiteY2" fmla="*/ 4293967 h 4293967"/>
              <a:gd name="connsiteX3" fmla="*/ 0 w 5907793"/>
              <a:gd name="connsiteY3" fmla="*/ 4293967 h 4293967"/>
              <a:gd name="connsiteX4" fmla="*/ 71842 w 5907793"/>
              <a:gd name="connsiteY4" fmla="*/ 738947 h 4293967"/>
              <a:gd name="connsiteX0" fmla="*/ 102630 w 5938581"/>
              <a:gd name="connsiteY0" fmla="*/ 738947 h 4293967"/>
              <a:gd name="connsiteX1" fmla="*/ 5938581 w 5938581"/>
              <a:gd name="connsiteY1" fmla="*/ 0 h 4293967"/>
              <a:gd name="connsiteX2" fmla="*/ 5168845 w 5938581"/>
              <a:gd name="connsiteY2" fmla="*/ 4293967 h 4293967"/>
              <a:gd name="connsiteX3" fmla="*/ 0 w 5938581"/>
              <a:gd name="connsiteY3" fmla="*/ 4119494 h 4293967"/>
              <a:gd name="connsiteX4" fmla="*/ 102630 w 5938581"/>
              <a:gd name="connsiteY4" fmla="*/ 738947 h 4293967"/>
              <a:gd name="connsiteX0" fmla="*/ 102630 w 5938581"/>
              <a:gd name="connsiteY0" fmla="*/ 738947 h 4119494"/>
              <a:gd name="connsiteX1" fmla="*/ 5938581 w 5938581"/>
              <a:gd name="connsiteY1" fmla="*/ 0 h 4119494"/>
              <a:gd name="connsiteX2" fmla="*/ 5271477 w 5938581"/>
              <a:gd name="connsiteY2" fmla="*/ 3555020 h 4119494"/>
              <a:gd name="connsiteX3" fmla="*/ 0 w 5938581"/>
              <a:gd name="connsiteY3" fmla="*/ 4119494 h 4119494"/>
              <a:gd name="connsiteX4" fmla="*/ 102630 w 5938581"/>
              <a:gd name="connsiteY4" fmla="*/ 738947 h 4119494"/>
              <a:gd name="connsiteX0" fmla="*/ 0 w 5959107"/>
              <a:gd name="connsiteY0" fmla="*/ 246316 h 4119494"/>
              <a:gd name="connsiteX1" fmla="*/ 5959107 w 5959107"/>
              <a:gd name="connsiteY1" fmla="*/ 0 h 4119494"/>
              <a:gd name="connsiteX2" fmla="*/ 5292003 w 5959107"/>
              <a:gd name="connsiteY2" fmla="*/ 3555020 h 4119494"/>
              <a:gd name="connsiteX3" fmla="*/ 20526 w 5959107"/>
              <a:gd name="connsiteY3" fmla="*/ 4119494 h 4119494"/>
              <a:gd name="connsiteX4" fmla="*/ 0 w 5959107"/>
              <a:gd name="connsiteY4" fmla="*/ 246316 h 4119494"/>
              <a:gd name="connsiteX0" fmla="*/ 0 w 5959107"/>
              <a:gd name="connsiteY0" fmla="*/ 246316 h 4591598"/>
              <a:gd name="connsiteX1" fmla="*/ 5959107 w 5959107"/>
              <a:gd name="connsiteY1" fmla="*/ 0 h 4591598"/>
              <a:gd name="connsiteX2" fmla="*/ 5292003 w 5959107"/>
              <a:gd name="connsiteY2" fmla="*/ 3555020 h 4591598"/>
              <a:gd name="connsiteX3" fmla="*/ 82104 w 5959107"/>
              <a:gd name="connsiteY3" fmla="*/ 4591598 h 4591598"/>
              <a:gd name="connsiteX4" fmla="*/ 0 w 5959107"/>
              <a:gd name="connsiteY4" fmla="*/ 246316 h 4591598"/>
              <a:gd name="connsiteX0" fmla="*/ 123159 w 6082266"/>
              <a:gd name="connsiteY0" fmla="*/ 246316 h 3750020"/>
              <a:gd name="connsiteX1" fmla="*/ 6082266 w 6082266"/>
              <a:gd name="connsiteY1" fmla="*/ 0 h 3750020"/>
              <a:gd name="connsiteX2" fmla="*/ 5415162 w 6082266"/>
              <a:gd name="connsiteY2" fmla="*/ 3555020 h 3750020"/>
              <a:gd name="connsiteX3" fmla="*/ 0 w 6082266"/>
              <a:gd name="connsiteY3" fmla="*/ 3750020 h 3750020"/>
              <a:gd name="connsiteX4" fmla="*/ 123159 w 6082266"/>
              <a:gd name="connsiteY4" fmla="*/ 246316 h 3750020"/>
              <a:gd name="connsiteX0" fmla="*/ 92369 w 6051476"/>
              <a:gd name="connsiteY0" fmla="*/ 246316 h 3555021"/>
              <a:gd name="connsiteX1" fmla="*/ 6051476 w 6051476"/>
              <a:gd name="connsiteY1" fmla="*/ 0 h 3555021"/>
              <a:gd name="connsiteX2" fmla="*/ 5384372 w 6051476"/>
              <a:gd name="connsiteY2" fmla="*/ 3555020 h 3555021"/>
              <a:gd name="connsiteX3" fmla="*/ 0 w 6051476"/>
              <a:gd name="connsiteY3" fmla="*/ 3555021 h 3555021"/>
              <a:gd name="connsiteX4" fmla="*/ 92369 w 6051476"/>
              <a:gd name="connsiteY4" fmla="*/ 246316 h 3555021"/>
              <a:gd name="connsiteX0" fmla="*/ 390000 w 6051476"/>
              <a:gd name="connsiteY0" fmla="*/ 0 h 3708967"/>
              <a:gd name="connsiteX1" fmla="*/ 6051476 w 6051476"/>
              <a:gd name="connsiteY1" fmla="*/ 153946 h 3708967"/>
              <a:gd name="connsiteX2" fmla="*/ 5384372 w 6051476"/>
              <a:gd name="connsiteY2" fmla="*/ 3708966 h 3708967"/>
              <a:gd name="connsiteX3" fmla="*/ 0 w 6051476"/>
              <a:gd name="connsiteY3" fmla="*/ 3708967 h 3708967"/>
              <a:gd name="connsiteX4" fmla="*/ 390000 w 6051476"/>
              <a:gd name="connsiteY4" fmla="*/ 0 h 3708967"/>
              <a:gd name="connsiteX0" fmla="*/ 451579 w 6051476"/>
              <a:gd name="connsiteY0" fmla="*/ 0 h 3750019"/>
              <a:gd name="connsiteX1" fmla="*/ 6051476 w 6051476"/>
              <a:gd name="connsiteY1" fmla="*/ 194998 h 3750019"/>
              <a:gd name="connsiteX2" fmla="*/ 5384372 w 6051476"/>
              <a:gd name="connsiteY2" fmla="*/ 3750018 h 3750019"/>
              <a:gd name="connsiteX3" fmla="*/ 0 w 6051476"/>
              <a:gd name="connsiteY3" fmla="*/ 3750019 h 3750019"/>
              <a:gd name="connsiteX4" fmla="*/ 451579 w 6051476"/>
              <a:gd name="connsiteY4" fmla="*/ 0 h 3750019"/>
              <a:gd name="connsiteX0" fmla="*/ 0 w 5599897"/>
              <a:gd name="connsiteY0" fmla="*/ 0 h 4447913"/>
              <a:gd name="connsiteX1" fmla="*/ 5599897 w 5599897"/>
              <a:gd name="connsiteY1" fmla="*/ 194998 h 4447913"/>
              <a:gd name="connsiteX2" fmla="*/ 4932793 w 5599897"/>
              <a:gd name="connsiteY2" fmla="*/ 3750018 h 4447913"/>
              <a:gd name="connsiteX3" fmla="*/ 410526 w 5599897"/>
              <a:gd name="connsiteY3" fmla="*/ 4447913 h 4447913"/>
              <a:gd name="connsiteX4" fmla="*/ 0 w 5599897"/>
              <a:gd name="connsiteY4" fmla="*/ 0 h 4447913"/>
              <a:gd name="connsiteX0" fmla="*/ 0 w 5599897"/>
              <a:gd name="connsiteY0" fmla="*/ 0 h 4376071"/>
              <a:gd name="connsiteX1" fmla="*/ 5599897 w 5599897"/>
              <a:gd name="connsiteY1" fmla="*/ 194998 h 4376071"/>
              <a:gd name="connsiteX2" fmla="*/ 4932793 w 5599897"/>
              <a:gd name="connsiteY2" fmla="*/ 3750018 h 4376071"/>
              <a:gd name="connsiteX3" fmla="*/ 502894 w 5599897"/>
              <a:gd name="connsiteY3" fmla="*/ 4376071 h 4376071"/>
              <a:gd name="connsiteX4" fmla="*/ 0 w 5599897"/>
              <a:gd name="connsiteY4" fmla="*/ 0 h 4376071"/>
              <a:gd name="connsiteX0" fmla="*/ 0 w 5558846"/>
              <a:gd name="connsiteY0" fmla="*/ 0 h 4232387"/>
              <a:gd name="connsiteX1" fmla="*/ 5558846 w 5558846"/>
              <a:gd name="connsiteY1" fmla="*/ 51314 h 4232387"/>
              <a:gd name="connsiteX2" fmla="*/ 4891742 w 5558846"/>
              <a:gd name="connsiteY2" fmla="*/ 3606334 h 4232387"/>
              <a:gd name="connsiteX3" fmla="*/ 461843 w 5558846"/>
              <a:gd name="connsiteY3" fmla="*/ 4232387 h 4232387"/>
              <a:gd name="connsiteX4" fmla="*/ 0 w 5558846"/>
              <a:gd name="connsiteY4" fmla="*/ 0 h 4232387"/>
              <a:gd name="connsiteX0" fmla="*/ 0 w 5558846"/>
              <a:gd name="connsiteY0" fmla="*/ 34887 h 4267274"/>
              <a:gd name="connsiteX1" fmla="*/ 5558846 w 5558846"/>
              <a:gd name="connsiteY1" fmla="*/ 86201 h 4267274"/>
              <a:gd name="connsiteX2" fmla="*/ 4891742 w 5558846"/>
              <a:gd name="connsiteY2" fmla="*/ 3641221 h 4267274"/>
              <a:gd name="connsiteX3" fmla="*/ 461843 w 5558846"/>
              <a:gd name="connsiteY3" fmla="*/ 4267274 h 4267274"/>
              <a:gd name="connsiteX4" fmla="*/ 0 w 5558846"/>
              <a:gd name="connsiteY4" fmla="*/ 34887 h 4267274"/>
              <a:gd name="connsiteX0" fmla="*/ 600593 w 5114967"/>
              <a:gd name="connsiteY0" fmla="*/ 17902 h 4439290"/>
              <a:gd name="connsiteX1" fmla="*/ 5114967 w 5114967"/>
              <a:gd name="connsiteY1" fmla="*/ 258217 h 4439290"/>
              <a:gd name="connsiteX2" fmla="*/ 4447863 w 5114967"/>
              <a:gd name="connsiteY2" fmla="*/ 3813237 h 4439290"/>
              <a:gd name="connsiteX3" fmla="*/ 17964 w 5114967"/>
              <a:gd name="connsiteY3" fmla="*/ 4439290 h 4439290"/>
              <a:gd name="connsiteX4" fmla="*/ 600593 w 5114967"/>
              <a:gd name="connsiteY4" fmla="*/ 17902 h 4439290"/>
              <a:gd name="connsiteX0" fmla="*/ 23258 w 4537632"/>
              <a:gd name="connsiteY0" fmla="*/ 17902 h 4568605"/>
              <a:gd name="connsiteX1" fmla="*/ 4537632 w 4537632"/>
              <a:gd name="connsiteY1" fmla="*/ 258217 h 4568605"/>
              <a:gd name="connsiteX2" fmla="*/ 3870528 w 4537632"/>
              <a:gd name="connsiteY2" fmla="*/ 3813237 h 4568605"/>
              <a:gd name="connsiteX3" fmla="*/ 47418 w 4537632"/>
              <a:gd name="connsiteY3" fmla="*/ 4568605 h 4568605"/>
              <a:gd name="connsiteX4" fmla="*/ 23258 w 4537632"/>
              <a:gd name="connsiteY4" fmla="*/ 17902 h 4568605"/>
              <a:gd name="connsiteX0" fmla="*/ 23258 w 4537632"/>
              <a:gd name="connsiteY0" fmla="*/ 17902 h 4568605"/>
              <a:gd name="connsiteX1" fmla="*/ 4537632 w 4537632"/>
              <a:gd name="connsiteY1" fmla="*/ 258217 h 4568605"/>
              <a:gd name="connsiteX2" fmla="*/ 4005232 w 4537632"/>
              <a:gd name="connsiteY2" fmla="*/ 4109586 h 4568605"/>
              <a:gd name="connsiteX3" fmla="*/ 47418 w 4537632"/>
              <a:gd name="connsiteY3" fmla="*/ 4568605 h 4568605"/>
              <a:gd name="connsiteX4" fmla="*/ 23258 w 4537632"/>
              <a:gd name="connsiteY4" fmla="*/ 17902 h 4568605"/>
              <a:gd name="connsiteX0" fmla="*/ 23258 w 4005232"/>
              <a:gd name="connsiteY0" fmla="*/ 433802 h 4984505"/>
              <a:gd name="connsiteX1" fmla="*/ 3971876 w 4005232"/>
              <a:gd name="connsiteY1" fmla="*/ 598 h 4984505"/>
              <a:gd name="connsiteX2" fmla="*/ 4005232 w 4005232"/>
              <a:gd name="connsiteY2" fmla="*/ 4525486 h 4984505"/>
              <a:gd name="connsiteX3" fmla="*/ 47418 w 4005232"/>
              <a:gd name="connsiteY3" fmla="*/ 4984505 h 4984505"/>
              <a:gd name="connsiteX4" fmla="*/ 23258 w 4005232"/>
              <a:gd name="connsiteY4" fmla="*/ 433802 h 4984505"/>
              <a:gd name="connsiteX0" fmla="*/ 23258 w 4268224"/>
              <a:gd name="connsiteY0" fmla="*/ 139829 h 4690532"/>
              <a:gd name="connsiteX1" fmla="*/ 4268224 w 4268224"/>
              <a:gd name="connsiteY1" fmla="*/ 2973 h 4690532"/>
              <a:gd name="connsiteX2" fmla="*/ 4005232 w 4268224"/>
              <a:gd name="connsiteY2" fmla="*/ 4231513 h 4690532"/>
              <a:gd name="connsiteX3" fmla="*/ 47418 w 4268224"/>
              <a:gd name="connsiteY3" fmla="*/ 4690532 h 4690532"/>
              <a:gd name="connsiteX4" fmla="*/ 23258 w 4268224"/>
              <a:gd name="connsiteY4" fmla="*/ 139829 h 4690532"/>
              <a:gd name="connsiteX0" fmla="*/ 23258 w 4341992"/>
              <a:gd name="connsiteY0" fmla="*/ 139829 h 4690532"/>
              <a:gd name="connsiteX1" fmla="*/ 4268224 w 4341992"/>
              <a:gd name="connsiteY1" fmla="*/ 2973 h 4690532"/>
              <a:gd name="connsiteX2" fmla="*/ 4341992 w 4341992"/>
              <a:gd name="connsiteY2" fmla="*/ 4568273 h 4690532"/>
              <a:gd name="connsiteX3" fmla="*/ 47418 w 4341992"/>
              <a:gd name="connsiteY3" fmla="*/ 4690532 h 4690532"/>
              <a:gd name="connsiteX4" fmla="*/ 23258 w 4341992"/>
              <a:gd name="connsiteY4" fmla="*/ 139829 h 4690532"/>
              <a:gd name="connsiteX0" fmla="*/ 23258 w 6307433"/>
              <a:gd name="connsiteY0" fmla="*/ 168841 h 4719544"/>
              <a:gd name="connsiteX1" fmla="*/ 6307433 w 6307433"/>
              <a:gd name="connsiteY1" fmla="*/ 2143 h 4719544"/>
              <a:gd name="connsiteX2" fmla="*/ 4341992 w 6307433"/>
              <a:gd name="connsiteY2" fmla="*/ 4597285 h 4719544"/>
              <a:gd name="connsiteX3" fmla="*/ 47418 w 6307433"/>
              <a:gd name="connsiteY3" fmla="*/ 4719544 h 4719544"/>
              <a:gd name="connsiteX4" fmla="*/ 23258 w 6307433"/>
              <a:gd name="connsiteY4" fmla="*/ 168841 h 4719544"/>
              <a:gd name="connsiteX0" fmla="*/ 0 w 6323964"/>
              <a:gd name="connsiteY0" fmla="*/ 94197 h 4724479"/>
              <a:gd name="connsiteX1" fmla="*/ 6323964 w 6323964"/>
              <a:gd name="connsiteY1" fmla="*/ 7078 h 4724479"/>
              <a:gd name="connsiteX2" fmla="*/ 4358523 w 6323964"/>
              <a:gd name="connsiteY2" fmla="*/ 4602220 h 4724479"/>
              <a:gd name="connsiteX3" fmla="*/ 63949 w 6323964"/>
              <a:gd name="connsiteY3" fmla="*/ 4724479 h 4724479"/>
              <a:gd name="connsiteX4" fmla="*/ 0 w 6323964"/>
              <a:gd name="connsiteY4" fmla="*/ 94197 h 4724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23964" h="4724479">
                <a:moveTo>
                  <a:pt x="0" y="94197"/>
                </a:moveTo>
                <a:cubicBezTo>
                  <a:pt x="1883738" y="-1593"/>
                  <a:pt x="4471015" y="-10027"/>
                  <a:pt x="6323964" y="7078"/>
                </a:cubicBezTo>
                <a:lnTo>
                  <a:pt x="4358523" y="4602220"/>
                </a:lnTo>
                <a:lnTo>
                  <a:pt x="63949" y="4724479"/>
                </a:lnTo>
                <a:cubicBezTo>
                  <a:pt x="-89999" y="3313683"/>
                  <a:pt x="153948" y="1504993"/>
                  <a:pt x="0" y="94197"/>
                </a:cubicBezTo>
                <a:close/>
              </a:path>
            </a:pathLst>
          </a:custGeom>
          <a:gradFill flip="none" rotWithShape="1">
            <a:gsLst>
              <a:gs pos="100000">
                <a:srgbClr val="093456">
                  <a:alpha val="0"/>
                </a:srgbClr>
              </a:gs>
              <a:gs pos="49000">
                <a:srgbClr val="02294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椭圆 17"/>
          <p:cNvSpPr/>
          <p:nvPr/>
        </p:nvSpPr>
        <p:spPr>
          <a:xfrm>
            <a:off x="3720223" y="584200"/>
            <a:ext cx="4611914" cy="461191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商业物流车载快速装卸机器人</a:t>
            </a:r>
            <a:endParaRPr lang="en-US" altLang="zh-CN" sz="4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zh-CN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Logistics</a:t>
            </a:r>
            <a:endParaRPr lang="zh-CN" altLang="en-US" sz="2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21" name="直接连接符 20"/>
          <p:cNvCxnSpPr/>
          <p:nvPr/>
        </p:nvCxnSpPr>
        <p:spPr>
          <a:xfrm flipV="1">
            <a:off x="4444123" y="3678394"/>
            <a:ext cx="3164114" cy="29029"/>
          </a:xfrm>
          <a:prstGeom prst="line">
            <a:avLst/>
          </a:prstGeom>
          <a:ln w="19050">
            <a:solidFill>
              <a:srgbClr val="06315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1855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矩形 18"/>
          <p:cNvSpPr/>
          <p:nvPr/>
        </p:nvSpPr>
        <p:spPr>
          <a:xfrm rot="2700000">
            <a:off x="8891870" y="3274209"/>
            <a:ext cx="2009791" cy="1414944"/>
          </a:xfrm>
          <a:custGeom>
            <a:avLst/>
            <a:gdLst>
              <a:gd name="connsiteX0" fmla="*/ 0 w 5138057"/>
              <a:gd name="connsiteY0" fmla="*/ 0 h 2641600"/>
              <a:gd name="connsiteX1" fmla="*/ 5138057 w 5138057"/>
              <a:gd name="connsiteY1" fmla="*/ 0 h 2641600"/>
              <a:gd name="connsiteX2" fmla="*/ 5138057 w 5138057"/>
              <a:gd name="connsiteY2" fmla="*/ 2641600 h 2641600"/>
              <a:gd name="connsiteX3" fmla="*/ 0 w 5138057"/>
              <a:gd name="connsiteY3" fmla="*/ 2641600 h 2641600"/>
              <a:gd name="connsiteX4" fmla="*/ 0 w 5138057"/>
              <a:gd name="connsiteY4" fmla="*/ 0 h 2641600"/>
              <a:gd name="connsiteX0" fmla="*/ 0 w 5907793"/>
              <a:gd name="connsiteY0" fmla="*/ 1652367 h 4293967"/>
              <a:gd name="connsiteX1" fmla="*/ 5907793 w 5907793"/>
              <a:gd name="connsiteY1" fmla="*/ 0 h 4293967"/>
              <a:gd name="connsiteX2" fmla="*/ 5138057 w 5907793"/>
              <a:gd name="connsiteY2" fmla="*/ 4293967 h 4293967"/>
              <a:gd name="connsiteX3" fmla="*/ 0 w 5907793"/>
              <a:gd name="connsiteY3" fmla="*/ 4293967 h 4293967"/>
              <a:gd name="connsiteX4" fmla="*/ 0 w 5907793"/>
              <a:gd name="connsiteY4" fmla="*/ 1652367 h 4293967"/>
              <a:gd name="connsiteX0" fmla="*/ 71842 w 5907793"/>
              <a:gd name="connsiteY0" fmla="*/ 738947 h 4293967"/>
              <a:gd name="connsiteX1" fmla="*/ 5907793 w 5907793"/>
              <a:gd name="connsiteY1" fmla="*/ 0 h 4293967"/>
              <a:gd name="connsiteX2" fmla="*/ 5138057 w 5907793"/>
              <a:gd name="connsiteY2" fmla="*/ 4293967 h 4293967"/>
              <a:gd name="connsiteX3" fmla="*/ 0 w 5907793"/>
              <a:gd name="connsiteY3" fmla="*/ 4293967 h 4293967"/>
              <a:gd name="connsiteX4" fmla="*/ 71842 w 5907793"/>
              <a:gd name="connsiteY4" fmla="*/ 738947 h 4293967"/>
              <a:gd name="connsiteX0" fmla="*/ 102630 w 5938581"/>
              <a:gd name="connsiteY0" fmla="*/ 738947 h 4293967"/>
              <a:gd name="connsiteX1" fmla="*/ 5938581 w 5938581"/>
              <a:gd name="connsiteY1" fmla="*/ 0 h 4293967"/>
              <a:gd name="connsiteX2" fmla="*/ 5168845 w 5938581"/>
              <a:gd name="connsiteY2" fmla="*/ 4293967 h 4293967"/>
              <a:gd name="connsiteX3" fmla="*/ 0 w 5938581"/>
              <a:gd name="connsiteY3" fmla="*/ 4119494 h 4293967"/>
              <a:gd name="connsiteX4" fmla="*/ 102630 w 5938581"/>
              <a:gd name="connsiteY4" fmla="*/ 738947 h 4293967"/>
              <a:gd name="connsiteX0" fmla="*/ 102630 w 5938581"/>
              <a:gd name="connsiteY0" fmla="*/ 738947 h 4119494"/>
              <a:gd name="connsiteX1" fmla="*/ 5938581 w 5938581"/>
              <a:gd name="connsiteY1" fmla="*/ 0 h 4119494"/>
              <a:gd name="connsiteX2" fmla="*/ 5271477 w 5938581"/>
              <a:gd name="connsiteY2" fmla="*/ 3555020 h 4119494"/>
              <a:gd name="connsiteX3" fmla="*/ 0 w 5938581"/>
              <a:gd name="connsiteY3" fmla="*/ 4119494 h 4119494"/>
              <a:gd name="connsiteX4" fmla="*/ 102630 w 5938581"/>
              <a:gd name="connsiteY4" fmla="*/ 738947 h 4119494"/>
              <a:gd name="connsiteX0" fmla="*/ 0 w 5959107"/>
              <a:gd name="connsiteY0" fmla="*/ 246316 h 4119494"/>
              <a:gd name="connsiteX1" fmla="*/ 5959107 w 5959107"/>
              <a:gd name="connsiteY1" fmla="*/ 0 h 4119494"/>
              <a:gd name="connsiteX2" fmla="*/ 5292003 w 5959107"/>
              <a:gd name="connsiteY2" fmla="*/ 3555020 h 4119494"/>
              <a:gd name="connsiteX3" fmla="*/ 20526 w 5959107"/>
              <a:gd name="connsiteY3" fmla="*/ 4119494 h 4119494"/>
              <a:gd name="connsiteX4" fmla="*/ 0 w 5959107"/>
              <a:gd name="connsiteY4" fmla="*/ 246316 h 4119494"/>
              <a:gd name="connsiteX0" fmla="*/ 0 w 5959107"/>
              <a:gd name="connsiteY0" fmla="*/ 246316 h 4591598"/>
              <a:gd name="connsiteX1" fmla="*/ 5959107 w 5959107"/>
              <a:gd name="connsiteY1" fmla="*/ 0 h 4591598"/>
              <a:gd name="connsiteX2" fmla="*/ 5292003 w 5959107"/>
              <a:gd name="connsiteY2" fmla="*/ 3555020 h 4591598"/>
              <a:gd name="connsiteX3" fmla="*/ 82104 w 5959107"/>
              <a:gd name="connsiteY3" fmla="*/ 4591598 h 4591598"/>
              <a:gd name="connsiteX4" fmla="*/ 0 w 5959107"/>
              <a:gd name="connsiteY4" fmla="*/ 246316 h 4591598"/>
              <a:gd name="connsiteX0" fmla="*/ 123159 w 6082266"/>
              <a:gd name="connsiteY0" fmla="*/ 246316 h 3750020"/>
              <a:gd name="connsiteX1" fmla="*/ 6082266 w 6082266"/>
              <a:gd name="connsiteY1" fmla="*/ 0 h 3750020"/>
              <a:gd name="connsiteX2" fmla="*/ 5415162 w 6082266"/>
              <a:gd name="connsiteY2" fmla="*/ 3555020 h 3750020"/>
              <a:gd name="connsiteX3" fmla="*/ 0 w 6082266"/>
              <a:gd name="connsiteY3" fmla="*/ 3750020 h 3750020"/>
              <a:gd name="connsiteX4" fmla="*/ 123159 w 6082266"/>
              <a:gd name="connsiteY4" fmla="*/ 246316 h 3750020"/>
              <a:gd name="connsiteX0" fmla="*/ 92369 w 6051476"/>
              <a:gd name="connsiteY0" fmla="*/ 246316 h 3555021"/>
              <a:gd name="connsiteX1" fmla="*/ 6051476 w 6051476"/>
              <a:gd name="connsiteY1" fmla="*/ 0 h 3555021"/>
              <a:gd name="connsiteX2" fmla="*/ 5384372 w 6051476"/>
              <a:gd name="connsiteY2" fmla="*/ 3555020 h 3555021"/>
              <a:gd name="connsiteX3" fmla="*/ 0 w 6051476"/>
              <a:gd name="connsiteY3" fmla="*/ 3555021 h 3555021"/>
              <a:gd name="connsiteX4" fmla="*/ 92369 w 6051476"/>
              <a:gd name="connsiteY4" fmla="*/ 246316 h 3555021"/>
              <a:gd name="connsiteX0" fmla="*/ 390000 w 6051476"/>
              <a:gd name="connsiteY0" fmla="*/ 0 h 3708967"/>
              <a:gd name="connsiteX1" fmla="*/ 6051476 w 6051476"/>
              <a:gd name="connsiteY1" fmla="*/ 153946 h 3708967"/>
              <a:gd name="connsiteX2" fmla="*/ 5384372 w 6051476"/>
              <a:gd name="connsiteY2" fmla="*/ 3708966 h 3708967"/>
              <a:gd name="connsiteX3" fmla="*/ 0 w 6051476"/>
              <a:gd name="connsiteY3" fmla="*/ 3708967 h 3708967"/>
              <a:gd name="connsiteX4" fmla="*/ 390000 w 6051476"/>
              <a:gd name="connsiteY4" fmla="*/ 0 h 3708967"/>
              <a:gd name="connsiteX0" fmla="*/ 451579 w 6051476"/>
              <a:gd name="connsiteY0" fmla="*/ 0 h 3750019"/>
              <a:gd name="connsiteX1" fmla="*/ 6051476 w 6051476"/>
              <a:gd name="connsiteY1" fmla="*/ 194998 h 3750019"/>
              <a:gd name="connsiteX2" fmla="*/ 5384372 w 6051476"/>
              <a:gd name="connsiteY2" fmla="*/ 3750018 h 3750019"/>
              <a:gd name="connsiteX3" fmla="*/ 0 w 6051476"/>
              <a:gd name="connsiteY3" fmla="*/ 3750019 h 3750019"/>
              <a:gd name="connsiteX4" fmla="*/ 451579 w 6051476"/>
              <a:gd name="connsiteY4" fmla="*/ 0 h 3750019"/>
              <a:gd name="connsiteX0" fmla="*/ 0 w 5599897"/>
              <a:gd name="connsiteY0" fmla="*/ 0 h 4447913"/>
              <a:gd name="connsiteX1" fmla="*/ 5599897 w 5599897"/>
              <a:gd name="connsiteY1" fmla="*/ 194998 h 4447913"/>
              <a:gd name="connsiteX2" fmla="*/ 4932793 w 5599897"/>
              <a:gd name="connsiteY2" fmla="*/ 3750018 h 4447913"/>
              <a:gd name="connsiteX3" fmla="*/ 410526 w 5599897"/>
              <a:gd name="connsiteY3" fmla="*/ 4447913 h 4447913"/>
              <a:gd name="connsiteX4" fmla="*/ 0 w 5599897"/>
              <a:gd name="connsiteY4" fmla="*/ 0 h 4447913"/>
              <a:gd name="connsiteX0" fmla="*/ 0 w 5599897"/>
              <a:gd name="connsiteY0" fmla="*/ 0 h 4376071"/>
              <a:gd name="connsiteX1" fmla="*/ 5599897 w 5599897"/>
              <a:gd name="connsiteY1" fmla="*/ 194998 h 4376071"/>
              <a:gd name="connsiteX2" fmla="*/ 4932793 w 5599897"/>
              <a:gd name="connsiteY2" fmla="*/ 3750018 h 4376071"/>
              <a:gd name="connsiteX3" fmla="*/ 502894 w 5599897"/>
              <a:gd name="connsiteY3" fmla="*/ 4376071 h 4376071"/>
              <a:gd name="connsiteX4" fmla="*/ 0 w 5599897"/>
              <a:gd name="connsiteY4" fmla="*/ 0 h 4376071"/>
              <a:gd name="connsiteX0" fmla="*/ 0 w 5558846"/>
              <a:gd name="connsiteY0" fmla="*/ 0 h 4232387"/>
              <a:gd name="connsiteX1" fmla="*/ 5558846 w 5558846"/>
              <a:gd name="connsiteY1" fmla="*/ 51314 h 4232387"/>
              <a:gd name="connsiteX2" fmla="*/ 4891742 w 5558846"/>
              <a:gd name="connsiteY2" fmla="*/ 3606334 h 4232387"/>
              <a:gd name="connsiteX3" fmla="*/ 461843 w 5558846"/>
              <a:gd name="connsiteY3" fmla="*/ 4232387 h 4232387"/>
              <a:gd name="connsiteX4" fmla="*/ 0 w 5558846"/>
              <a:gd name="connsiteY4" fmla="*/ 0 h 4232387"/>
              <a:gd name="connsiteX0" fmla="*/ 0 w 5558846"/>
              <a:gd name="connsiteY0" fmla="*/ 34887 h 4267274"/>
              <a:gd name="connsiteX1" fmla="*/ 5558846 w 5558846"/>
              <a:gd name="connsiteY1" fmla="*/ 86201 h 4267274"/>
              <a:gd name="connsiteX2" fmla="*/ 4891742 w 5558846"/>
              <a:gd name="connsiteY2" fmla="*/ 3641221 h 4267274"/>
              <a:gd name="connsiteX3" fmla="*/ 461843 w 5558846"/>
              <a:gd name="connsiteY3" fmla="*/ 4267274 h 4267274"/>
              <a:gd name="connsiteX4" fmla="*/ 0 w 5558846"/>
              <a:gd name="connsiteY4" fmla="*/ 34887 h 4267274"/>
              <a:gd name="connsiteX0" fmla="*/ 600593 w 5114967"/>
              <a:gd name="connsiteY0" fmla="*/ 17902 h 4439290"/>
              <a:gd name="connsiteX1" fmla="*/ 5114967 w 5114967"/>
              <a:gd name="connsiteY1" fmla="*/ 258217 h 4439290"/>
              <a:gd name="connsiteX2" fmla="*/ 4447863 w 5114967"/>
              <a:gd name="connsiteY2" fmla="*/ 3813237 h 4439290"/>
              <a:gd name="connsiteX3" fmla="*/ 17964 w 5114967"/>
              <a:gd name="connsiteY3" fmla="*/ 4439290 h 4439290"/>
              <a:gd name="connsiteX4" fmla="*/ 600593 w 5114967"/>
              <a:gd name="connsiteY4" fmla="*/ 17902 h 4439290"/>
              <a:gd name="connsiteX0" fmla="*/ 23258 w 4537632"/>
              <a:gd name="connsiteY0" fmla="*/ 17902 h 4568605"/>
              <a:gd name="connsiteX1" fmla="*/ 4537632 w 4537632"/>
              <a:gd name="connsiteY1" fmla="*/ 258217 h 4568605"/>
              <a:gd name="connsiteX2" fmla="*/ 3870528 w 4537632"/>
              <a:gd name="connsiteY2" fmla="*/ 3813237 h 4568605"/>
              <a:gd name="connsiteX3" fmla="*/ 47418 w 4537632"/>
              <a:gd name="connsiteY3" fmla="*/ 4568605 h 4568605"/>
              <a:gd name="connsiteX4" fmla="*/ 23258 w 4537632"/>
              <a:gd name="connsiteY4" fmla="*/ 17902 h 4568605"/>
              <a:gd name="connsiteX0" fmla="*/ 23258 w 4537632"/>
              <a:gd name="connsiteY0" fmla="*/ 17902 h 4568605"/>
              <a:gd name="connsiteX1" fmla="*/ 4537632 w 4537632"/>
              <a:gd name="connsiteY1" fmla="*/ 258217 h 4568605"/>
              <a:gd name="connsiteX2" fmla="*/ 4005232 w 4537632"/>
              <a:gd name="connsiteY2" fmla="*/ 4109586 h 4568605"/>
              <a:gd name="connsiteX3" fmla="*/ 47418 w 4537632"/>
              <a:gd name="connsiteY3" fmla="*/ 4568605 h 4568605"/>
              <a:gd name="connsiteX4" fmla="*/ 23258 w 4537632"/>
              <a:gd name="connsiteY4" fmla="*/ 17902 h 4568605"/>
              <a:gd name="connsiteX0" fmla="*/ 23258 w 4005232"/>
              <a:gd name="connsiteY0" fmla="*/ 433802 h 4984505"/>
              <a:gd name="connsiteX1" fmla="*/ 3971876 w 4005232"/>
              <a:gd name="connsiteY1" fmla="*/ 598 h 4984505"/>
              <a:gd name="connsiteX2" fmla="*/ 4005232 w 4005232"/>
              <a:gd name="connsiteY2" fmla="*/ 4525486 h 4984505"/>
              <a:gd name="connsiteX3" fmla="*/ 47418 w 4005232"/>
              <a:gd name="connsiteY3" fmla="*/ 4984505 h 4984505"/>
              <a:gd name="connsiteX4" fmla="*/ 23258 w 4005232"/>
              <a:gd name="connsiteY4" fmla="*/ 433802 h 4984505"/>
              <a:gd name="connsiteX0" fmla="*/ 23258 w 4268224"/>
              <a:gd name="connsiteY0" fmla="*/ 139829 h 4690532"/>
              <a:gd name="connsiteX1" fmla="*/ 4268224 w 4268224"/>
              <a:gd name="connsiteY1" fmla="*/ 2973 h 4690532"/>
              <a:gd name="connsiteX2" fmla="*/ 4005232 w 4268224"/>
              <a:gd name="connsiteY2" fmla="*/ 4231513 h 4690532"/>
              <a:gd name="connsiteX3" fmla="*/ 47418 w 4268224"/>
              <a:gd name="connsiteY3" fmla="*/ 4690532 h 4690532"/>
              <a:gd name="connsiteX4" fmla="*/ 23258 w 4268224"/>
              <a:gd name="connsiteY4" fmla="*/ 139829 h 4690532"/>
              <a:gd name="connsiteX0" fmla="*/ 23258 w 4341992"/>
              <a:gd name="connsiteY0" fmla="*/ 139829 h 4690532"/>
              <a:gd name="connsiteX1" fmla="*/ 4268224 w 4341992"/>
              <a:gd name="connsiteY1" fmla="*/ 2973 h 4690532"/>
              <a:gd name="connsiteX2" fmla="*/ 4341992 w 4341992"/>
              <a:gd name="connsiteY2" fmla="*/ 4568273 h 4690532"/>
              <a:gd name="connsiteX3" fmla="*/ 47418 w 4341992"/>
              <a:gd name="connsiteY3" fmla="*/ 4690532 h 4690532"/>
              <a:gd name="connsiteX4" fmla="*/ 23258 w 4341992"/>
              <a:gd name="connsiteY4" fmla="*/ 139829 h 4690532"/>
              <a:gd name="connsiteX0" fmla="*/ 0 w 4362735"/>
              <a:gd name="connsiteY0" fmla="*/ 27133 h 4823281"/>
              <a:gd name="connsiteX1" fmla="*/ 4288967 w 4362735"/>
              <a:gd name="connsiteY1" fmla="*/ 135722 h 4823281"/>
              <a:gd name="connsiteX2" fmla="*/ 4362735 w 4362735"/>
              <a:gd name="connsiteY2" fmla="*/ 4701022 h 4823281"/>
              <a:gd name="connsiteX3" fmla="*/ 68161 w 4362735"/>
              <a:gd name="connsiteY3" fmla="*/ 4823281 h 4823281"/>
              <a:gd name="connsiteX4" fmla="*/ 0 w 4362735"/>
              <a:gd name="connsiteY4" fmla="*/ 27133 h 4823281"/>
              <a:gd name="connsiteX0" fmla="*/ -1 w 4350999"/>
              <a:gd name="connsiteY0" fmla="*/ 34255 h 4776850"/>
              <a:gd name="connsiteX1" fmla="*/ 4277231 w 4350999"/>
              <a:gd name="connsiteY1" fmla="*/ 89291 h 4776850"/>
              <a:gd name="connsiteX2" fmla="*/ 4350999 w 4350999"/>
              <a:gd name="connsiteY2" fmla="*/ 4654591 h 4776850"/>
              <a:gd name="connsiteX3" fmla="*/ 56425 w 4350999"/>
              <a:gd name="connsiteY3" fmla="*/ 4776850 h 4776850"/>
              <a:gd name="connsiteX4" fmla="*/ -1 w 4350999"/>
              <a:gd name="connsiteY4" fmla="*/ 34255 h 4776850"/>
              <a:gd name="connsiteX0" fmla="*/ 25810 w 4376810"/>
              <a:gd name="connsiteY0" fmla="*/ 34255 h 4687593"/>
              <a:gd name="connsiteX1" fmla="*/ 4303042 w 4376810"/>
              <a:gd name="connsiteY1" fmla="*/ 89291 h 4687593"/>
              <a:gd name="connsiteX2" fmla="*/ 4376810 w 4376810"/>
              <a:gd name="connsiteY2" fmla="*/ 4654591 h 4687593"/>
              <a:gd name="connsiteX3" fmla="*/ 47033 w 4376810"/>
              <a:gd name="connsiteY3" fmla="*/ 4687595 h 4687593"/>
              <a:gd name="connsiteX4" fmla="*/ 25810 w 4376810"/>
              <a:gd name="connsiteY4" fmla="*/ 34255 h 4687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76810" h="4687593">
                <a:moveTo>
                  <a:pt x="25810" y="34255"/>
                </a:moveTo>
                <a:cubicBezTo>
                  <a:pt x="1909548" y="-61535"/>
                  <a:pt x="2450093" y="72186"/>
                  <a:pt x="4303042" y="89291"/>
                </a:cubicBezTo>
                <a:lnTo>
                  <a:pt x="4376810" y="4654591"/>
                </a:lnTo>
                <a:lnTo>
                  <a:pt x="47033" y="4687595"/>
                </a:lnTo>
                <a:cubicBezTo>
                  <a:pt x="-106915" y="3276799"/>
                  <a:pt x="179758" y="1445051"/>
                  <a:pt x="25810" y="34255"/>
                </a:cubicBezTo>
                <a:close/>
              </a:path>
            </a:pathLst>
          </a:custGeom>
          <a:gradFill flip="none" rotWithShape="1">
            <a:gsLst>
              <a:gs pos="100000">
                <a:srgbClr val="0D385A">
                  <a:alpha val="0"/>
                </a:srgbClr>
              </a:gs>
              <a:gs pos="53000">
                <a:srgbClr val="02294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7" name="矩形 18"/>
          <p:cNvSpPr/>
          <p:nvPr/>
        </p:nvSpPr>
        <p:spPr>
          <a:xfrm rot="2700000">
            <a:off x="6718264" y="3274209"/>
            <a:ext cx="2009791" cy="1414944"/>
          </a:xfrm>
          <a:custGeom>
            <a:avLst/>
            <a:gdLst>
              <a:gd name="connsiteX0" fmla="*/ 0 w 5138057"/>
              <a:gd name="connsiteY0" fmla="*/ 0 h 2641600"/>
              <a:gd name="connsiteX1" fmla="*/ 5138057 w 5138057"/>
              <a:gd name="connsiteY1" fmla="*/ 0 h 2641600"/>
              <a:gd name="connsiteX2" fmla="*/ 5138057 w 5138057"/>
              <a:gd name="connsiteY2" fmla="*/ 2641600 h 2641600"/>
              <a:gd name="connsiteX3" fmla="*/ 0 w 5138057"/>
              <a:gd name="connsiteY3" fmla="*/ 2641600 h 2641600"/>
              <a:gd name="connsiteX4" fmla="*/ 0 w 5138057"/>
              <a:gd name="connsiteY4" fmla="*/ 0 h 2641600"/>
              <a:gd name="connsiteX0" fmla="*/ 0 w 5907793"/>
              <a:gd name="connsiteY0" fmla="*/ 1652367 h 4293967"/>
              <a:gd name="connsiteX1" fmla="*/ 5907793 w 5907793"/>
              <a:gd name="connsiteY1" fmla="*/ 0 h 4293967"/>
              <a:gd name="connsiteX2" fmla="*/ 5138057 w 5907793"/>
              <a:gd name="connsiteY2" fmla="*/ 4293967 h 4293967"/>
              <a:gd name="connsiteX3" fmla="*/ 0 w 5907793"/>
              <a:gd name="connsiteY3" fmla="*/ 4293967 h 4293967"/>
              <a:gd name="connsiteX4" fmla="*/ 0 w 5907793"/>
              <a:gd name="connsiteY4" fmla="*/ 1652367 h 4293967"/>
              <a:gd name="connsiteX0" fmla="*/ 71842 w 5907793"/>
              <a:gd name="connsiteY0" fmla="*/ 738947 h 4293967"/>
              <a:gd name="connsiteX1" fmla="*/ 5907793 w 5907793"/>
              <a:gd name="connsiteY1" fmla="*/ 0 h 4293967"/>
              <a:gd name="connsiteX2" fmla="*/ 5138057 w 5907793"/>
              <a:gd name="connsiteY2" fmla="*/ 4293967 h 4293967"/>
              <a:gd name="connsiteX3" fmla="*/ 0 w 5907793"/>
              <a:gd name="connsiteY3" fmla="*/ 4293967 h 4293967"/>
              <a:gd name="connsiteX4" fmla="*/ 71842 w 5907793"/>
              <a:gd name="connsiteY4" fmla="*/ 738947 h 4293967"/>
              <a:gd name="connsiteX0" fmla="*/ 102630 w 5938581"/>
              <a:gd name="connsiteY0" fmla="*/ 738947 h 4293967"/>
              <a:gd name="connsiteX1" fmla="*/ 5938581 w 5938581"/>
              <a:gd name="connsiteY1" fmla="*/ 0 h 4293967"/>
              <a:gd name="connsiteX2" fmla="*/ 5168845 w 5938581"/>
              <a:gd name="connsiteY2" fmla="*/ 4293967 h 4293967"/>
              <a:gd name="connsiteX3" fmla="*/ 0 w 5938581"/>
              <a:gd name="connsiteY3" fmla="*/ 4119494 h 4293967"/>
              <a:gd name="connsiteX4" fmla="*/ 102630 w 5938581"/>
              <a:gd name="connsiteY4" fmla="*/ 738947 h 4293967"/>
              <a:gd name="connsiteX0" fmla="*/ 102630 w 5938581"/>
              <a:gd name="connsiteY0" fmla="*/ 738947 h 4119494"/>
              <a:gd name="connsiteX1" fmla="*/ 5938581 w 5938581"/>
              <a:gd name="connsiteY1" fmla="*/ 0 h 4119494"/>
              <a:gd name="connsiteX2" fmla="*/ 5271477 w 5938581"/>
              <a:gd name="connsiteY2" fmla="*/ 3555020 h 4119494"/>
              <a:gd name="connsiteX3" fmla="*/ 0 w 5938581"/>
              <a:gd name="connsiteY3" fmla="*/ 4119494 h 4119494"/>
              <a:gd name="connsiteX4" fmla="*/ 102630 w 5938581"/>
              <a:gd name="connsiteY4" fmla="*/ 738947 h 4119494"/>
              <a:gd name="connsiteX0" fmla="*/ 0 w 5959107"/>
              <a:gd name="connsiteY0" fmla="*/ 246316 h 4119494"/>
              <a:gd name="connsiteX1" fmla="*/ 5959107 w 5959107"/>
              <a:gd name="connsiteY1" fmla="*/ 0 h 4119494"/>
              <a:gd name="connsiteX2" fmla="*/ 5292003 w 5959107"/>
              <a:gd name="connsiteY2" fmla="*/ 3555020 h 4119494"/>
              <a:gd name="connsiteX3" fmla="*/ 20526 w 5959107"/>
              <a:gd name="connsiteY3" fmla="*/ 4119494 h 4119494"/>
              <a:gd name="connsiteX4" fmla="*/ 0 w 5959107"/>
              <a:gd name="connsiteY4" fmla="*/ 246316 h 4119494"/>
              <a:gd name="connsiteX0" fmla="*/ 0 w 5959107"/>
              <a:gd name="connsiteY0" fmla="*/ 246316 h 4591598"/>
              <a:gd name="connsiteX1" fmla="*/ 5959107 w 5959107"/>
              <a:gd name="connsiteY1" fmla="*/ 0 h 4591598"/>
              <a:gd name="connsiteX2" fmla="*/ 5292003 w 5959107"/>
              <a:gd name="connsiteY2" fmla="*/ 3555020 h 4591598"/>
              <a:gd name="connsiteX3" fmla="*/ 82104 w 5959107"/>
              <a:gd name="connsiteY3" fmla="*/ 4591598 h 4591598"/>
              <a:gd name="connsiteX4" fmla="*/ 0 w 5959107"/>
              <a:gd name="connsiteY4" fmla="*/ 246316 h 4591598"/>
              <a:gd name="connsiteX0" fmla="*/ 123159 w 6082266"/>
              <a:gd name="connsiteY0" fmla="*/ 246316 h 3750020"/>
              <a:gd name="connsiteX1" fmla="*/ 6082266 w 6082266"/>
              <a:gd name="connsiteY1" fmla="*/ 0 h 3750020"/>
              <a:gd name="connsiteX2" fmla="*/ 5415162 w 6082266"/>
              <a:gd name="connsiteY2" fmla="*/ 3555020 h 3750020"/>
              <a:gd name="connsiteX3" fmla="*/ 0 w 6082266"/>
              <a:gd name="connsiteY3" fmla="*/ 3750020 h 3750020"/>
              <a:gd name="connsiteX4" fmla="*/ 123159 w 6082266"/>
              <a:gd name="connsiteY4" fmla="*/ 246316 h 3750020"/>
              <a:gd name="connsiteX0" fmla="*/ 92369 w 6051476"/>
              <a:gd name="connsiteY0" fmla="*/ 246316 h 3555021"/>
              <a:gd name="connsiteX1" fmla="*/ 6051476 w 6051476"/>
              <a:gd name="connsiteY1" fmla="*/ 0 h 3555021"/>
              <a:gd name="connsiteX2" fmla="*/ 5384372 w 6051476"/>
              <a:gd name="connsiteY2" fmla="*/ 3555020 h 3555021"/>
              <a:gd name="connsiteX3" fmla="*/ 0 w 6051476"/>
              <a:gd name="connsiteY3" fmla="*/ 3555021 h 3555021"/>
              <a:gd name="connsiteX4" fmla="*/ 92369 w 6051476"/>
              <a:gd name="connsiteY4" fmla="*/ 246316 h 3555021"/>
              <a:gd name="connsiteX0" fmla="*/ 390000 w 6051476"/>
              <a:gd name="connsiteY0" fmla="*/ 0 h 3708967"/>
              <a:gd name="connsiteX1" fmla="*/ 6051476 w 6051476"/>
              <a:gd name="connsiteY1" fmla="*/ 153946 h 3708967"/>
              <a:gd name="connsiteX2" fmla="*/ 5384372 w 6051476"/>
              <a:gd name="connsiteY2" fmla="*/ 3708966 h 3708967"/>
              <a:gd name="connsiteX3" fmla="*/ 0 w 6051476"/>
              <a:gd name="connsiteY3" fmla="*/ 3708967 h 3708967"/>
              <a:gd name="connsiteX4" fmla="*/ 390000 w 6051476"/>
              <a:gd name="connsiteY4" fmla="*/ 0 h 3708967"/>
              <a:gd name="connsiteX0" fmla="*/ 451579 w 6051476"/>
              <a:gd name="connsiteY0" fmla="*/ 0 h 3750019"/>
              <a:gd name="connsiteX1" fmla="*/ 6051476 w 6051476"/>
              <a:gd name="connsiteY1" fmla="*/ 194998 h 3750019"/>
              <a:gd name="connsiteX2" fmla="*/ 5384372 w 6051476"/>
              <a:gd name="connsiteY2" fmla="*/ 3750018 h 3750019"/>
              <a:gd name="connsiteX3" fmla="*/ 0 w 6051476"/>
              <a:gd name="connsiteY3" fmla="*/ 3750019 h 3750019"/>
              <a:gd name="connsiteX4" fmla="*/ 451579 w 6051476"/>
              <a:gd name="connsiteY4" fmla="*/ 0 h 3750019"/>
              <a:gd name="connsiteX0" fmla="*/ 0 w 5599897"/>
              <a:gd name="connsiteY0" fmla="*/ 0 h 4447913"/>
              <a:gd name="connsiteX1" fmla="*/ 5599897 w 5599897"/>
              <a:gd name="connsiteY1" fmla="*/ 194998 h 4447913"/>
              <a:gd name="connsiteX2" fmla="*/ 4932793 w 5599897"/>
              <a:gd name="connsiteY2" fmla="*/ 3750018 h 4447913"/>
              <a:gd name="connsiteX3" fmla="*/ 410526 w 5599897"/>
              <a:gd name="connsiteY3" fmla="*/ 4447913 h 4447913"/>
              <a:gd name="connsiteX4" fmla="*/ 0 w 5599897"/>
              <a:gd name="connsiteY4" fmla="*/ 0 h 4447913"/>
              <a:gd name="connsiteX0" fmla="*/ 0 w 5599897"/>
              <a:gd name="connsiteY0" fmla="*/ 0 h 4376071"/>
              <a:gd name="connsiteX1" fmla="*/ 5599897 w 5599897"/>
              <a:gd name="connsiteY1" fmla="*/ 194998 h 4376071"/>
              <a:gd name="connsiteX2" fmla="*/ 4932793 w 5599897"/>
              <a:gd name="connsiteY2" fmla="*/ 3750018 h 4376071"/>
              <a:gd name="connsiteX3" fmla="*/ 502894 w 5599897"/>
              <a:gd name="connsiteY3" fmla="*/ 4376071 h 4376071"/>
              <a:gd name="connsiteX4" fmla="*/ 0 w 5599897"/>
              <a:gd name="connsiteY4" fmla="*/ 0 h 4376071"/>
              <a:gd name="connsiteX0" fmla="*/ 0 w 5558846"/>
              <a:gd name="connsiteY0" fmla="*/ 0 h 4232387"/>
              <a:gd name="connsiteX1" fmla="*/ 5558846 w 5558846"/>
              <a:gd name="connsiteY1" fmla="*/ 51314 h 4232387"/>
              <a:gd name="connsiteX2" fmla="*/ 4891742 w 5558846"/>
              <a:gd name="connsiteY2" fmla="*/ 3606334 h 4232387"/>
              <a:gd name="connsiteX3" fmla="*/ 461843 w 5558846"/>
              <a:gd name="connsiteY3" fmla="*/ 4232387 h 4232387"/>
              <a:gd name="connsiteX4" fmla="*/ 0 w 5558846"/>
              <a:gd name="connsiteY4" fmla="*/ 0 h 4232387"/>
              <a:gd name="connsiteX0" fmla="*/ 0 w 5558846"/>
              <a:gd name="connsiteY0" fmla="*/ 34887 h 4267274"/>
              <a:gd name="connsiteX1" fmla="*/ 5558846 w 5558846"/>
              <a:gd name="connsiteY1" fmla="*/ 86201 h 4267274"/>
              <a:gd name="connsiteX2" fmla="*/ 4891742 w 5558846"/>
              <a:gd name="connsiteY2" fmla="*/ 3641221 h 4267274"/>
              <a:gd name="connsiteX3" fmla="*/ 461843 w 5558846"/>
              <a:gd name="connsiteY3" fmla="*/ 4267274 h 4267274"/>
              <a:gd name="connsiteX4" fmla="*/ 0 w 5558846"/>
              <a:gd name="connsiteY4" fmla="*/ 34887 h 4267274"/>
              <a:gd name="connsiteX0" fmla="*/ 600593 w 5114967"/>
              <a:gd name="connsiteY0" fmla="*/ 17902 h 4439290"/>
              <a:gd name="connsiteX1" fmla="*/ 5114967 w 5114967"/>
              <a:gd name="connsiteY1" fmla="*/ 258217 h 4439290"/>
              <a:gd name="connsiteX2" fmla="*/ 4447863 w 5114967"/>
              <a:gd name="connsiteY2" fmla="*/ 3813237 h 4439290"/>
              <a:gd name="connsiteX3" fmla="*/ 17964 w 5114967"/>
              <a:gd name="connsiteY3" fmla="*/ 4439290 h 4439290"/>
              <a:gd name="connsiteX4" fmla="*/ 600593 w 5114967"/>
              <a:gd name="connsiteY4" fmla="*/ 17902 h 4439290"/>
              <a:gd name="connsiteX0" fmla="*/ 23258 w 4537632"/>
              <a:gd name="connsiteY0" fmla="*/ 17902 h 4568605"/>
              <a:gd name="connsiteX1" fmla="*/ 4537632 w 4537632"/>
              <a:gd name="connsiteY1" fmla="*/ 258217 h 4568605"/>
              <a:gd name="connsiteX2" fmla="*/ 3870528 w 4537632"/>
              <a:gd name="connsiteY2" fmla="*/ 3813237 h 4568605"/>
              <a:gd name="connsiteX3" fmla="*/ 47418 w 4537632"/>
              <a:gd name="connsiteY3" fmla="*/ 4568605 h 4568605"/>
              <a:gd name="connsiteX4" fmla="*/ 23258 w 4537632"/>
              <a:gd name="connsiteY4" fmla="*/ 17902 h 4568605"/>
              <a:gd name="connsiteX0" fmla="*/ 23258 w 4537632"/>
              <a:gd name="connsiteY0" fmla="*/ 17902 h 4568605"/>
              <a:gd name="connsiteX1" fmla="*/ 4537632 w 4537632"/>
              <a:gd name="connsiteY1" fmla="*/ 258217 h 4568605"/>
              <a:gd name="connsiteX2" fmla="*/ 4005232 w 4537632"/>
              <a:gd name="connsiteY2" fmla="*/ 4109586 h 4568605"/>
              <a:gd name="connsiteX3" fmla="*/ 47418 w 4537632"/>
              <a:gd name="connsiteY3" fmla="*/ 4568605 h 4568605"/>
              <a:gd name="connsiteX4" fmla="*/ 23258 w 4537632"/>
              <a:gd name="connsiteY4" fmla="*/ 17902 h 4568605"/>
              <a:gd name="connsiteX0" fmla="*/ 23258 w 4005232"/>
              <a:gd name="connsiteY0" fmla="*/ 433802 h 4984505"/>
              <a:gd name="connsiteX1" fmla="*/ 3971876 w 4005232"/>
              <a:gd name="connsiteY1" fmla="*/ 598 h 4984505"/>
              <a:gd name="connsiteX2" fmla="*/ 4005232 w 4005232"/>
              <a:gd name="connsiteY2" fmla="*/ 4525486 h 4984505"/>
              <a:gd name="connsiteX3" fmla="*/ 47418 w 4005232"/>
              <a:gd name="connsiteY3" fmla="*/ 4984505 h 4984505"/>
              <a:gd name="connsiteX4" fmla="*/ 23258 w 4005232"/>
              <a:gd name="connsiteY4" fmla="*/ 433802 h 4984505"/>
              <a:gd name="connsiteX0" fmla="*/ 23258 w 4268224"/>
              <a:gd name="connsiteY0" fmla="*/ 139829 h 4690532"/>
              <a:gd name="connsiteX1" fmla="*/ 4268224 w 4268224"/>
              <a:gd name="connsiteY1" fmla="*/ 2973 h 4690532"/>
              <a:gd name="connsiteX2" fmla="*/ 4005232 w 4268224"/>
              <a:gd name="connsiteY2" fmla="*/ 4231513 h 4690532"/>
              <a:gd name="connsiteX3" fmla="*/ 47418 w 4268224"/>
              <a:gd name="connsiteY3" fmla="*/ 4690532 h 4690532"/>
              <a:gd name="connsiteX4" fmla="*/ 23258 w 4268224"/>
              <a:gd name="connsiteY4" fmla="*/ 139829 h 4690532"/>
              <a:gd name="connsiteX0" fmla="*/ 23258 w 4341992"/>
              <a:gd name="connsiteY0" fmla="*/ 139829 h 4690532"/>
              <a:gd name="connsiteX1" fmla="*/ 4268224 w 4341992"/>
              <a:gd name="connsiteY1" fmla="*/ 2973 h 4690532"/>
              <a:gd name="connsiteX2" fmla="*/ 4341992 w 4341992"/>
              <a:gd name="connsiteY2" fmla="*/ 4568273 h 4690532"/>
              <a:gd name="connsiteX3" fmla="*/ 47418 w 4341992"/>
              <a:gd name="connsiteY3" fmla="*/ 4690532 h 4690532"/>
              <a:gd name="connsiteX4" fmla="*/ 23258 w 4341992"/>
              <a:gd name="connsiteY4" fmla="*/ 139829 h 4690532"/>
              <a:gd name="connsiteX0" fmla="*/ 0 w 4362735"/>
              <a:gd name="connsiteY0" fmla="*/ 27133 h 4823281"/>
              <a:gd name="connsiteX1" fmla="*/ 4288967 w 4362735"/>
              <a:gd name="connsiteY1" fmla="*/ 135722 h 4823281"/>
              <a:gd name="connsiteX2" fmla="*/ 4362735 w 4362735"/>
              <a:gd name="connsiteY2" fmla="*/ 4701022 h 4823281"/>
              <a:gd name="connsiteX3" fmla="*/ 68161 w 4362735"/>
              <a:gd name="connsiteY3" fmla="*/ 4823281 h 4823281"/>
              <a:gd name="connsiteX4" fmla="*/ 0 w 4362735"/>
              <a:gd name="connsiteY4" fmla="*/ 27133 h 4823281"/>
              <a:gd name="connsiteX0" fmla="*/ -1 w 4350999"/>
              <a:gd name="connsiteY0" fmla="*/ 34255 h 4776850"/>
              <a:gd name="connsiteX1" fmla="*/ 4277231 w 4350999"/>
              <a:gd name="connsiteY1" fmla="*/ 89291 h 4776850"/>
              <a:gd name="connsiteX2" fmla="*/ 4350999 w 4350999"/>
              <a:gd name="connsiteY2" fmla="*/ 4654591 h 4776850"/>
              <a:gd name="connsiteX3" fmla="*/ 56425 w 4350999"/>
              <a:gd name="connsiteY3" fmla="*/ 4776850 h 4776850"/>
              <a:gd name="connsiteX4" fmla="*/ -1 w 4350999"/>
              <a:gd name="connsiteY4" fmla="*/ 34255 h 4776850"/>
              <a:gd name="connsiteX0" fmla="*/ 25810 w 4376810"/>
              <a:gd name="connsiteY0" fmla="*/ 34255 h 4687593"/>
              <a:gd name="connsiteX1" fmla="*/ 4303042 w 4376810"/>
              <a:gd name="connsiteY1" fmla="*/ 89291 h 4687593"/>
              <a:gd name="connsiteX2" fmla="*/ 4376810 w 4376810"/>
              <a:gd name="connsiteY2" fmla="*/ 4654591 h 4687593"/>
              <a:gd name="connsiteX3" fmla="*/ 47033 w 4376810"/>
              <a:gd name="connsiteY3" fmla="*/ 4687595 h 4687593"/>
              <a:gd name="connsiteX4" fmla="*/ 25810 w 4376810"/>
              <a:gd name="connsiteY4" fmla="*/ 34255 h 4687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76810" h="4687593">
                <a:moveTo>
                  <a:pt x="25810" y="34255"/>
                </a:moveTo>
                <a:cubicBezTo>
                  <a:pt x="1909548" y="-61535"/>
                  <a:pt x="2450093" y="72186"/>
                  <a:pt x="4303042" y="89291"/>
                </a:cubicBezTo>
                <a:lnTo>
                  <a:pt x="4376810" y="4654591"/>
                </a:lnTo>
                <a:lnTo>
                  <a:pt x="47033" y="4687595"/>
                </a:lnTo>
                <a:cubicBezTo>
                  <a:pt x="-106915" y="3276799"/>
                  <a:pt x="179758" y="1445051"/>
                  <a:pt x="25810" y="34255"/>
                </a:cubicBezTo>
                <a:close/>
              </a:path>
            </a:pathLst>
          </a:custGeom>
          <a:gradFill flip="none" rotWithShape="1">
            <a:gsLst>
              <a:gs pos="100000">
                <a:srgbClr val="0D385A">
                  <a:alpha val="0"/>
                </a:srgbClr>
              </a:gs>
              <a:gs pos="53000">
                <a:srgbClr val="02294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8" name="矩形 18"/>
          <p:cNvSpPr/>
          <p:nvPr/>
        </p:nvSpPr>
        <p:spPr>
          <a:xfrm rot="2700000">
            <a:off x="4462922" y="3274209"/>
            <a:ext cx="2009791" cy="1414944"/>
          </a:xfrm>
          <a:custGeom>
            <a:avLst/>
            <a:gdLst>
              <a:gd name="connsiteX0" fmla="*/ 0 w 5138057"/>
              <a:gd name="connsiteY0" fmla="*/ 0 h 2641600"/>
              <a:gd name="connsiteX1" fmla="*/ 5138057 w 5138057"/>
              <a:gd name="connsiteY1" fmla="*/ 0 h 2641600"/>
              <a:gd name="connsiteX2" fmla="*/ 5138057 w 5138057"/>
              <a:gd name="connsiteY2" fmla="*/ 2641600 h 2641600"/>
              <a:gd name="connsiteX3" fmla="*/ 0 w 5138057"/>
              <a:gd name="connsiteY3" fmla="*/ 2641600 h 2641600"/>
              <a:gd name="connsiteX4" fmla="*/ 0 w 5138057"/>
              <a:gd name="connsiteY4" fmla="*/ 0 h 2641600"/>
              <a:gd name="connsiteX0" fmla="*/ 0 w 5907793"/>
              <a:gd name="connsiteY0" fmla="*/ 1652367 h 4293967"/>
              <a:gd name="connsiteX1" fmla="*/ 5907793 w 5907793"/>
              <a:gd name="connsiteY1" fmla="*/ 0 h 4293967"/>
              <a:gd name="connsiteX2" fmla="*/ 5138057 w 5907793"/>
              <a:gd name="connsiteY2" fmla="*/ 4293967 h 4293967"/>
              <a:gd name="connsiteX3" fmla="*/ 0 w 5907793"/>
              <a:gd name="connsiteY3" fmla="*/ 4293967 h 4293967"/>
              <a:gd name="connsiteX4" fmla="*/ 0 w 5907793"/>
              <a:gd name="connsiteY4" fmla="*/ 1652367 h 4293967"/>
              <a:gd name="connsiteX0" fmla="*/ 71842 w 5907793"/>
              <a:gd name="connsiteY0" fmla="*/ 738947 h 4293967"/>
              <a:gd name="connsiteX1" fmla="*/ 5907793 w 5907793"/>
              <a:gd name="connsiteY1" fmla="*/ 0 h 4293967"/>
              <a:gd name="connsiteX2" fmla="*/ 5138057 w 5907793"/>
              <a:gd name="connsiteY2" fmla="*/ 4293967 h 4293967"/>
              <a:gd name="connsiteX3" fmla="*/ 0 w 5907793"/>
              <a:gd name="connsiteY3" fmla="*/ 4293967 h 4293967"/>
              <a:gd name="connsiteX4" fmla="*/ 71842 w 5907793"/>
              <a:gd name="connsiteY4" fmla="*/ 738947 h 4293967"/>
              <a:gd name="connsiteX0" fmla="*/ 102630 w 5938581"/>
              <a:gd name="connsiteY0" fmla="*/ 738947 h 4293967"/>
              <a:gd name="connsiteX1" fmla="*/ 5938581 w 5938581"/>
              <a:gd name="connsiteY1" fmla="*/ 0 h 4293967"/>
              <a:gd name="connsiteX2" fmla="*/ 5168845 w 5938581"/>
              <a:gd name="connsiteY2" fmla="*/ 4293967 h 4293967"/>
              <a:gd name="connsiteX3" fmla="*/ 0 w 5938581"/>
              <a:gd name="connsiteY3" fmla="*/ 4119494 h 4293967"/>
              <a:gd name="connsiteX4" fmla="*/ 102630 w 5938581"/>
              <a:gd name="connsiteY4" fmla="*/ 738947 h 4293967"/>
              <a:gd name="connsiteX0" fmla="*/ 102630 w 5938581"/>
              <a:gd name="connsiteY0" fmla="*/ 738947 h 4119494"/>
              <a:gd name="connsiteX1" fmla="*/ 5938581 w 5938581"/>
              <a:gd name="connsiteY1" fmla="*/ 0 h 4119494"/>
              <a:gd name="connsiteX2" fmla="*/ 5271477 w 5938581"/>
              <a:gd name="connsiteY2" fmla="*/ 3555020 h 4119494"/>
              <a:gd name="connsiteX3" fmla="*/ 0 w 5938581"/>
              <a:gd name="connsiteY3" fmla="*/ 4119494 h 4119494"/>
              <a:gd name="connsiteX4" fmla="*/ 102630 w 5938581"/>
              <a:gd name="connsiteY4" fmla="*/ 738947 h 4119494"/>
              <a:gd name="connsiteX0" fmla="*/ 0 w 5959107"/>
              <a:gd name="connsiteY0" fmla="*/ 246316 h 4119494"/>
              <a:gd name="connsiteX1" fmla="*/ 5959107 w 5959107"/>
              <a:gd name="connsiteY1" fmla="*/ 0 h 4119494"/>
              <a:gd name="connsiteX2" fmla="*/ 5292003 w 5959107"/>
              <a:gd name="connsiteY2" fmla="*/ 3555020 h 4119494"/>
              <a:gd name="connsiteX3" fmla="*/ 20526 w 5959107"/>
              <a:gd name="connsiteY3" fmla="*/ 4119494 h 4119494"/>
              <a:gd name="connsiteX4" fmla="*/ 0 w 5959107"/>
              <a:gd name="connsiteY4" fmla="*/ 246316 h 4119494"/>
              <a:gd name="connsiteX0" fmla="*/ 0 w 5959107"/>
              <a:gd name="connsiteY0" fmla="*/ 246316 h 4591598"/>
              <a:gd name="connsiteX1" fmla="*/ 5959107 w 5959107"/>
              <a:gd name="connsiteY1" fmla="*/ 0 h 4591598"/>
              <a:gd name="connsiteX2" fmla="*/ 5292003 w 5959107"/>
              <a:gd name="connsiteY2" fmla="*/ 3555020 h 4591598"/>
              <a:gd name="connsiteX3" fmla="*/ 82104 w 5959107"/>
              <a:gd name="connsiteY3" fmla="*/ 4591598 h 4591598"/>
              <a:gd name="connsiteX4" fmla="*/ 0 w 5959107"/>
              <a:gd name="connsiteY4" fmla="*/ 246316 h 4591598"/>
              <a:gd name="connsiteX0" fmla="*/ 123159 w 6082266"/>
              <a:gd name="connsiteY0" fmla="*/ 246316 h 3750020"/>
              <a:gd name="connsiteX1" fmla="*/ 6082266 w 6082266"/>
              <a:gd name="connsiteY1" fmla="*/ 0 h 3750020"/>
              <a:gd name="connsiteX2" fmla="*/ 5415162 w 6082266"/>
              <a:gd name="connsiteY2" fmla="*/ 3555020 h 3750020"/>
              <a:gd name="connsiteX3" fmla="*/ 0 w 6082266"/>
              <a:gd name="connsiteY3" fmla="*/ 3750020 h 3750020"/>
              <a:gd name="connsiteX4" fmla="*/ 123159 w 6082266"/>
              <a:gd name="connsiteY4" fmla="*/ 246316 h 3750020"/>
              <a:gd name="connsiteX0" fmla="*/ 92369 w 6051476"/>
              <a:gd name="connsiteY0" fmla="*/ 246316 h 3555021"/>
              <a:gd name="connsiteX1" fmla="*/ 6051476 w 6051476"/>
              <a:gd name="connsiteY1" fmla="*/ 0 h 3555021"/>
              <a:gd name="connsiteX2" fmla="*/ 5384372 w 6051476"/>
              <a:gd name="connsiteY2" fmla="*/ 3555020 h 3555021"/>
              <a:gd name="connsiteX3" fmla="*/ 0 w 6051476"/>
              <a:gd name="connsiteY3" fmla="*/ 3555021 h 3555021"/>
              <a:gd name="connsiteX4" fmla="*/ 92369 w 6051476"/>
              <a:gd name="connsiteY4" fmla="*/ 246316 h 3555021"/>
              <a:gd name="connsiteX0" fmla="*/ 390000 w 6051476"/>
              <a:gd name="connsiteY0" fmla="*/ 0 h 3708967"/>
              <a:gd name="connsiteX1" fmla="*/ 6051476 w 6051476"/>
              <a:gd name="connsiteY1" fmla="*/ 153946 h 3708967"/>
              <a:gd name="connsiteX2" fmla="*/ 5384372 w 6051476"/>
              <a:gd name="connsiteY2" fmla="*/ 3708966 h 3708967"/>
              <a:gd name="connsiteX3" fmla="*/ 0 w 6051476"/>
              <a:gd name="connsiteY3" fmla="*/ 3708967 h 3708967"/>
              <a:gd name="connsiteX4" fmla="*/ 390000 w 6051476"/>
              <a:gd name="connsiteY4" fmla="*/ 0 h 3708967"/>
              <a:gd name="connsiteX0" fmla="*/ 451579 w 6051476"/>
              <a:gd name="connsiteY0" fmla="*/ 0 h 3750019"/>
              <a:gd name="connsiteX1" fmla="*/ 6051476 w 6051476"/>
              <a:gd name="connsiteY1" fmla="*/ 194998 h 3750019"/>
              <a:gd name="connsiteX2" fmla="*/ 5384372 w 6051476"/>
              <a:gd name="connsiteY2" fmla="*/ 3750018 h 3750019"/>
              <a:gd name="connsiteX3" fmla="*/ 0 w 6051476"/>
              <a:gd name="connsiteY3" fmla="*/ 3750019 h 3750019"/>
              <a:gd name="connsiteX4" fmla="*/ 451579 w 6051476"/>
              <a:gd name="connsiteY4" fmla="*/ 0 h 3750019"/>
              <a:gd name="connsiteX0" fmla="*/ 0 w 5599897"/>
              <a:gd name="connsiteY0" fmla="*/ 0 h 4447913"/>
              <a:gd name="connsiteX1" fmla="*/ 5599897 w 5599897"/>
              <a:gd name="connsiteY1" fmla="*/ 194998 h 4447913"/>
              <a:gd name="connsiteX2" fmla="*/ 4932793 w 5599897"/>
              <a:gd name="connsiteY2" fmla="*/ 3750018 h 4447913"/>
              <a:gd name="connsiteX3" fmla="*/ 410526 w 5599897"/>
              <a:gd name="connsiteY3" fmla="*/ 4447913 h 4447913"/>
              <a:gd name="connsiteX4" fmla="*/ 0 w 5599897"/>
              <a:gd name="connsiteY4" fmla="*/ 0 h 4447913"/>
              <a:gd name="connsiteX0" fmla="*/ 0 w 5599897"/>
              <a:gd name="connsiteY0" fmla="*/ 0 h 4376071"/>
              <a:gd name="connsiteX1" fmla="*/ 5599897 w 5599897"/>
              <a:gd name="connsiteY1" fmla="*/ 194998 h 4376071"/>
              <a:gd name="connsiteX2" fmla="*/ 4932793 w 5599897"/>
              <a:gd name="connsiteY2" fmla="*/ 3750018 h 4376071"/>
              <a:gd name="connsiteX3" fmla="*/ 502894 w 5599897"/>
              <a:gd name="connsiteY3" fmla="*/ 4376071 h 4376071"/>
              <a:gd name="connsiteX4" fmla="*/ 0 w 5599897"/>
              <a:gd name="connsiteY4" fmla="*/ 0 h 4376071"/>
              <a:gd name="connsiteX0" fmla="*/ 0 w 5558846"/>
              <a:gd name="connsiteY0" fmla="*/ 0 h 4232387"/>
              <a:gd name="connsiteX1" fmla="*/ 5558846 w 5558846"/>
              <a:gd name="connsiteY1" fmla="*/ 51314 h 4232387"/>
              <a:gd name="connsiteX2" fmla="*/ 4891742 w 5558846"/>
              <a:gd name="connsiteY2" fmla="*/ 3606334 h 4232387"/>
              <a:gd name="connsiteX3" fmla="*/ 461843 w 5558846"/>
              <a:gd name="connsiteY3" fmla="*/ 4232387 h 4232387"/>
              <a:gd name="connsiteX4" fmla="*/ 0 w 5558846"/>
              <a:gd name="connsiteY4" fmla="*/ 0 h 4232387"/>
              <a:gd name="connsiteX0" fmla="*/ 0 w 5558846"/>
              <a:gd name="connsiteY0" fmla="*/ 34887 h 4267274"/>
              <a:gd name="connsiteX1" fmla="*/ 5558846 w 5558846"/>
              <a:gd name="connsiteY1" fmla="*/ 86201 h 4267274"/>
              <a:gd name="connsiteX2" fmla="*/ 4891742 w 5558846"/>
              <a:gd name="connsiteY2" fmla="*/ 3641221 h 4267274"/>
              <a:gd name="connsiteX3" fmla="*/ 461843 w 5558846"/>
              <a:gd name="connsiteY3" fmla="*/ 4267274 h 4267274"/>
              <a:gd name="connsiteX4" fmla="*/ 0 w 5558846"/>
              <a:gd name="connsiteY4" fmla="*/ 34887 h 4267274"/>
              <a:gd name="connsiteX0" fmla="*/ 600593 w 5114967"/>
              <a:gd name="connsiteY0" fmla="*/ 17902 h 4439290"/>
              <a:gd name="connsiteX1" fmla="*/ 5114967 w 5114967"/>
              <a:gd name="connsiteY1" fmla="*/ 258217 h 4439290"/>
              <a:gd name="connsiteX2" fmla="*/ 4447863 w 5114967"/>
              <a:gd name="connsiteY2" fmla="*/ 3813237 h 4439290"/>
              <a:gd name="connsiteX3" fmla="*/ 17964 w 5114967"/>
              <a:gd name="connsiteY3" fmla="*/ 4439290 h 4439290"/>
              <a:gd name="connsiteX4" fmla="*/ 600593 w 5114967"/>
              <a:gd name="connsiteY4" fmla="*/ 17902 h 4439290"/>
              <a:gd name="connsiteX0" fmla="*/ 23258 w 4537632"/>
              <a:gd name="connsiteY0" fmla="*/ 17902 h 4568605"/>
              <a:gd name="connsiteX1" fmla="*/ 4537632 w 4537632"/>
              <a:gd name="connsiteY1" fmla="*/ 258217 h 4568605"/>
              <a:gd name="connsiteX2" fmla="*/ 3870528 w 4537632"/>
              <a:gd name="connsiteY2" fmla="*/ 3813237 h 4568605"/>
              <a:gd name="connsiteX3" fmla="*/ 47418 w 4537632"/>
              <a:gd name="connsiteY3" fmla="*/ 4568605 h 4568605"/>
              <a:gd name="connsiteX4" fmla="*/ 23258 w 4537632"/>
              <a:gd name="connsiteY4" fmla="*/ 17902 h 4568605"/>
              <a:gd name="connsiteX0" fmla="*/ 23258 w 4537632"/>
              <a:gd name="connsiteY0" fmla="*/ 17902 h 4568605"/>
              <a:gd name="connsiteX1" fmla="*/ 4537632 w 4537632"/>
              <a:gd name="connsiteY1" fmla="*/ 258217 h 4568605"/>
              <a:gd name="connsiteX2" fmla="*/ 4005232 w 4537632"/>
              <a:gd name="connsiteY2" fmla="*/ 4109586 h 4568605"/>
              <a:gd name="connsiteX3" fmla="*/ 47418 w 4537632"/>
              <a:gd name="connsiteY3" fmla="*/ 4568605 h 4568605"/>
              <a:gd name="connsiteX4" fmla="*/ 23258 w 4537632"/>
              <a:gd name="connsiteY4" fmla="*/ 17902 h 4568605"/>
              <a:gd name="connsiteX0" fmla="*/ 23258 w 4005232"/>
              <a:gd name="connsiteY0" fmla="*/ 433802 h 4984505"/>
              <a:gd name="connsiteX1" fmla="*/ 3971876 w 4005232"/>
              <a:gd name="connsiteY1" fmla="*/ 598 h 4984505"/>
              <a:gd name="connsiteX2" fmla="*/ 4005232 w 4005232"/>
              <a:gd name="connsiteY2" fmla="*/ 4525486 h 4984505"/>
              <a:gd name="connsiteX3" fmla="*/ 47418 w 4005232"/>
              <a:gd name="connsiteY3" fmla="*/ 4984505 h 4984505"/>
              <a:gd name="connsiteX4" fmla="*/ 23258 w 4005232"/>
              <a:gd name="connsiteY4" fmla="*/ 433802 h 4984505"/>
              <a:gd name="connsiteX0" fmla="*/ 23258 w 4268224"/>
              <a:gd name="connsiteY0" fmla="*/ 139829 h 4690532"/>
              <a:gd name="connsiteX1" fmla="*/ 4268224 w 4268224"/>
              <a:gd name="connsiteY1" fmla="*/ 2973 h 4690532"/>
              <a:gd name="connsiteX2" fmla="*/ 4005232 w 4268224"/>
              <a:gd name="connsiteY2" fmla="*/ 4231513 h 4690532"/>
              <a:gd name="connsiteX3" fmla="*/ 47418 w 4268224"/>
              <a:gd name="connsiteY3" fmla="*/ 4690532 h 4690532"/>
              <a:gd name="connsiteX4" fmla="*/ 23258 w 4268224"/>
              <a:gd name="connsiteY4" fmla="*/ 139829 h 4690532"/>
              <a:gd name="connsiteX0" fmla="*/ 23258 w 4341992"/>
              <a:gd name="connsiteY0" fmla="*/ 139829 h 4690532"/>
              <a:gd name="connsiteX1" fmla="*/ 4268224 w 4341992"/>
              <a:gd name="connsiteY1" fmla="*/ 2973 h 4690532"/>
              <a:gd name="connsiteX2" fmla="*/ 4341992 w 4341992"/>
              <a:gd name="connsiteY2" fmla="*/ 4568273 h 4690532"/>
              <a:gd name="connsiteX3" fmla="*/ 47418 w 4341992"/>
              <a:gd name="connsiteY3" fmla="*/ 4690532 h 4690532"/>
              <a:gd name="connsiteX4" fmla="*/ 23258 w 4341992"/>
              <a:gd name="connsiteY4" fmla="*/ 139829 h 4690532"/>
              <a:gd name="connsiteX0" fmla="*/ 0 w 4362735"/>
              <a:gd name="connsiteY0" fmla="*/ 27133 h 4823281"/>
              <a:gd name="connsiteX1" fmla="*/ 4288967 w 4362735"/>
              <a:gd name="connsiteY1" fmla="*/ 135722 h 4823281"/>
              <a:gd name="connsiteX2" fmla="*/ 4362735 w 4362735"/>
              <a:gd name="connsiteY2" fmla="*/ 4701022 h 4823281"/>
              <a:gd name="connsiteX3" fmla="*/ 68161 w 4362735"/>
              <a:gd name="connsiteY3" fmla="*/ 4823281 h 4823281"/>
              <a:gd name="connsiteX4" fmla="*/ 0 w 4362735"/>
              <a:gd name="connsiteY4" fmla="*/ 27133 h 4823281"/>
              <a:gd name="connsiteX0" fmla="*/ -1 w 4350999"/>
              <a:gd name="connsiteY0" fmla="*/ 34255 h 4776850"/>
              <a:gd name="connsiteX1" fmla="*/ 4277231 w 4350999"/>
              <a:gd name="connsiteY1" fmla="*/ 89291 h 4776850"/>
              <a:gd name="connsiteX2" fmla="*/ 4350999 w 4350999"/>
              <a:gd name="connsiteY2" fmla="*/ 4654591 h 4776850"/>
              <a:gd name="connsiteX3" fmla="*/ 56425 w 4350999"/>
              <a:gd name="connsiteY3" fmla="*/ 4776850 h 4776850"/>
              <a:gd name="connsiteX4" fmla="*/ -1 w 4350999"/>
              <a:gd name="connsiteY4" fmla="*/ 34255 h 4776850"/>
              <a:gd name="connsiteX0" fmla="*/ 25810 w 4376810"/>
              <a:gd name="connsiteY0" fmla="*/ 34255 h 4687593"/>
              <a:gd name="connsiteX1" fmla="*/ 4303042 w 4376810"/>
              <a:gd name="connsiteY1" fmla="*/ 89291 h 4687593"/>
              <a:gd name="connsiteX2" fmla="*/ 4376810 w 4376810"/>
              <a:gd name="connsiteY2" fmla="*/ 4654591 h 4687593"/>
              <a:gd name="connsiteX3" fmla="*/ 47033 w 4376810"/>
              <a:gd name="connsiteY3" fmla="*/ 4687595 h 4687593"/>
              <a:gd name="connsiteX4" fmla="*/ 25810 w 4376810"/>
              <a:gd name="connsiteY4" fmla="*/ 34255 h 4687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76810" h="4687593">
                <a:moveTo>
                  <a:pt x="25810" y="34255"/>
                </a:moveTo>
                <a:cubicBezTo>
                  <a:pt x="1909548" y="-61535"/>
                  <a:pt x="2450093" y="72186"/>
                  <a:pt x="4303042" y="89291"/>
                </a:cubicBezTo>
                <a:lnTo>
                  <a:pt x="4376810" y="4654591"/>
                </a:lnTo>
                <a:lnTo>
                  <a:pt x="47033" y="4687595"/>
                </a:lnTo>
                <a:cubicBezTo>
                  <a:pt x="-106915" y="3276799"/>
                  <a:pt x="179758" y="1445051"/>
                  <a:pt x="25810" y="34255"/>
                </a:cubicBezTo>
                <a:close/>
              </a:path>
            </a:pathLst>
          </a:custGeom>
          <a:gradFill flip="none" rotWithShape="1">
            <a:gsLst>
              <a:gs pos="100000">
                <a:srgbClr val="0D385A">
                  <a:alpha val="0"/>
                </a:srgbClr>
              </a:gs>
              <a:gs pos="53000">
                <a:srgbClr val="02294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7" name="矩形 18"/>
          <p:cNvSpPr/>
          <p:nvPr/>
        </p:nvSpPr>
        <p:spPr>
          <a:xfrm rot="2700000">
            <a:off x="2338573" y="3274209"/>
            <a:ext cx="2009791" cy="1414944"/>
          </a:xfrm>
          <a:custGeom>
            <a:avLst/>
            <a:gdLst>
              <a:gd name="connsiteX0" fmla="*/ 0 w 5138057"/>
              <a:gd name="connsiteY0" fmla="*/ 0 h 2641600"/>
              <a:gd name="connsiteX1" fmla="*/ 5138057 w 5138057"/>
              <a:gd name="connsiteY1" fmla="*/ 0 h 2641600"/>
              <a:gd name="connsiteX2" fmla="*/ 5138057 w 5138057"/>
              <a:gd name="connsiteY2" fmla="*/ 2641600 h 2641600"/>
              <a:gd name="connsiteX3" fmla="*/ 0 w 5138057"/>
              <a:gd name="connsiteY3" fmla="*/ 2641600 h 2641600"/>
              <a:gd name="connsiteX4" fmla="*/ 0 w 5138057"/>
              <a:gd name="connsiteY4" fmla="*/ 0 h 2641600"/>
              <a:gd name="connsiteX0" fmla="*/ 0 w 5907793"/>
              <a:gd name="connsiteY0" fmla="*/ 1652367 h 4293967"/>
              <a:gd name="connsiteX1" fmla="*/ 5907793 w 5907793"/>
              <a:gd name="connsiteY1" fmla="*/ 0 h 4293967"/>
              <a:gd name="connsiteX2" fmla="*/ 5138057 w 5907793"/>
              <a:gd name="connsiteY2" fmla="*/ 4293967 h 4293967"/>
              <a:gd name="connsiteX3" fmla="*/ 0 w 5907793"/>
              <a:gd name="connsiteY3" fmla="*/ 4293967 h 4293967"/>
              <a:gd name="connsiteX4" fmla="*/ 0 w 5907793"/>
              <a:gd name="connsiteY4" fmla="*/ 1652367 h 4293967"/>
              <a:gd name="connsiteX0" fmla="*/ 71842 w 5907793"/>
              <a:gd name="connsiteY0" fmla="*/ 738947 h 4293967"/>
              <a:gd name="connsiteX1" fmla="*/ 5907793 w 5907793"/>
              <a:gd name="connsiteY1" fmla="*/ 0 h 4293967"/>
              <a:gd name="connsiteX2" fmla="*/ 5138057 w 5907793"/>
              <a:gd name="connsiteY2" fmla="*/ 4293967 h 4293967"/>
              <a:gd name="connsiteX3" fmla="*/ 0 w 5907793"/>
              <a:gd name="connsiteY3" fmla="*/ 4293967 h 4293967"/>
              <a:gd name="connsiteX4" fmla="*/ 71842 w 5907793"/>
              <a:gd name="connsiteY4" fmla="*/ 738947 h 4293967"/>
              <a:gd name="connsiteX0" fmla="*/ 102630 w 5938581"/>
              <a:gd name="connsiteY0" fmla="*/ 738947 h 4293967"/>
              <a:gd name="connsiteX1" fmla="*/ 5938581 w 5938581"/>
              <a:gd name="connsiteY1" fmla="*/ 0 h 4293967"/>
              <a:gd name="connsiteX2" fmla="*/ 5168845 w 5938581"/>
              <a:gd name="connsiteY2" fmla="*/ 4293967 h 4293967"/>
              <a:gd name="connsiteX3" fmla="*/ 0 w 5938581"/>
              <a:gd name="connsiteY3" fmla="*/ 4119494 h 4293967"/>
              <a:gd name="connsiteX4" fmla="*/ 102630 w 5938581"/>
              <a:gd name="connsiteY4" fmla="*/ 738947 h 4293967"/>
              <a:gd name="connsiteX0" fmla="*/ 102630 w 5938581"/>
              <a:gd name="connsiteY0" fmla="*/ 738947 h 4119494"/>
              <a:gd name="connsiteX1" fmla="*/ 5938581 w 5938581"/>
              <a:gd name="connsiteY1" fmla="*/ 0 h 4119494"/>
              <a:gd name="connsiteX2" fmla="*/ 5271477 w 5938581"/>
              <a:gd name="connsiteY2" fmla="*/ 3555020 h 4119494"/>
              <a:gd name="connsiteX3" fmla="*/ 0 w 5938581"/>
              <a:gd name="connsiteY3" fmla="*/ 4119494 h 4119494"/>
              <a:gd name="connsiteX4" fmla="*/ 102630 w 5938581"/>
              <a:gd name="connsiteY4" fmla="*/ 738947 h 4119494"/>
              <a:gd name="connsiteX0" fmla="*/ 0 w 5959107"/>
              <a:gd name="connsiteY0" fmla="*/ 246316 h 4119494"/>
              <a:gd name="connsiteX1" fmla="*/ 5959107 w 5959107"/>
              <a:gd name="connsiteY1" fmla="*/ 0 h 4119494"/>
              <a:gd name="connsiteX2" fmla="*/ 5292003 w 5959107"/>
              <a:gd name="connsiteY2" fmla="*/ 3555020 h 4119494"/>
              <a:gd name="connsiteX3" fmla="*/ 20526 w 5959107"/>
              <a:gd name="connsiteY3" fmla="*/ 4119494 h 4119494"/>
              <a:gd name="connsiteX4" fmla="*/ 0 w 5959107"/>
              <a:gd name="connsiteY4" fmla="*/ 246316 h 4119494"/>
              <a:gd name="connsiteX0" fmla="*/ 0 w 5959107"/>
              <a:gd name="connsiteY0" fmla="*/ 246316 h 4591598"/>
              <a:gd name="connsiteX1" fmla="*/ 5959107 w 5959107"/>
              <a:gd name="connsiteY1" fmla="*/ 0 h 4591598"/>
              <a:gd name="connsiteX2" fmla="*/ 5292003 w 5959107"/>
              <a:gd name="connsiteY2" fmla="*/ 3555020 h 4591598"/>
              <a:gd name="connsiteX3" fmla="*/ 82104 w 5959107"/>
              <a:gd name="connsiteY3" fmla="*/ 4591598 h 4591598"/>
              <a:gd name="connsiteX4" fmla="*/ 0 w 5959107"/>
              <a:gd name="connsiteY4" fmla="*/ 246316 h 4591598"/>
              <a:gd name="connsiteX0" fmla="*/ 123159 w 6082266"/>
              <a:gd name="connsiteY0" fmla="*/ 246316 h 3750020"/>
              <a:gd name="connsiteX1" fmla="*/ 6082266 w 6082266"/>
              <a:gd name="connsiteY1" fmla="*/ 0 h 3750020"/>
              <a:gd name="connsiteX2" fmla="*/ 5415162 w 6082266"/>
              <a:gd name="connsiteY2" fmla="*/ 3555020 h 3750020"/>
              <a:gd name="connsiteX3" fmla="*/ 0 w 6082266"/>
              <a:gd name="connsiteY3" fmla="*/ 3750020 h 3750020"/>
              <a:gd name="connsiteX4" fmla="*/ 123159 w 6082266"/>
              <a:gd name="connsiteY4" fmla="*/ 246316 h 3750020"/>
              <a:gd name="connsiteX0" fmla="*/ 92369 w 6051476"/>
              <a:gd name="connsiteY0" fmla="*/ 246316 h 3555021"/>
              <a:gd name="connsiteX1" fmla="*/ 6051476 w 6051476"/>
              <a:gd name="connsiteY1" fmla="*/ 0 h 3555021"/>
              <a:gd name="connsiteX2" fmla="*/ 5384372 w 6051476"/>
              <a:gd name="connsiteY2" fmla="*/ 3555020 h 3555021"/>
              <a:gd name="connsiteX3" fmla="*/ 0 w 6051476"/>
              <a:gd name="connsiteY3" fmla="*/ 3555021 h 3555021"/>
              <a:gd name="connsiteX4" fmla="*/ 92369 w 6051476"/>
              <a:gd name="connsiteY4" fmla="*/ 246316 h 3555021"/>
              <a:gd name="connsiteX0" fmla="*/ 390000 w 6051476"/>
              <a:gd name="connsiteY0" fmla="*/ 0 h 3708967"/>
              <a:gd name="connsiteX1" fmla="*/ 6051476 w 6051476"/>
              <a:gd name="connsiteY1" fmla="*/ 153946 h 3708967"/>
              <a:gd name="connsiteX2" fmla="*/ 5384372 w 6051476"/>
              <a:gd name="connsiteY2" fmla="*/ 3708966 h 3708967"/>
              <a:gd name="connsiteX3" fmla="*/ 0 w 6051476"/>
              <a:gd name="connsiteY3" fmla="*/ 3708967 h 3708967"/>
              <a:gd name="connsiteX4" fmla="*/ 390000 w 6051476"/>
              <a:gd name="connsiteY4" fmla="*/ 0 h 3708967"/>
              <a:gd name="connsiteX0" fmla="*/ 451579 w 6051476"/>
              <a:gd name="connsiteY0" fmla="*/ 0 h 3750019"/>
              <a:gd name="connsiteX1" fmla="*/ 6051476 w 6051476"/>
              <a:gd name="connsiteY1" fmla="*/ 194998 h 3750019"/>
              <a:gd name="connsiteX2" fmla="*/ 5384372 w 6051476"/>
              <a:gd name="connsiteY2" fmla="*/ 3750018 h 3750019"/>
              <a:gd name="connsiteX3" fmla="*/ 0 w 6051476"/>
              <a:gd name="connsiteY3" fmla="*/ 3750019 h 3750019"/>
              <a:gd name="connsiteX4" fmla="*/ 451579 w 6051476"/>
              <a:gd name="connsiteY4" fmla="*/ 0 h 3750019"/>
              <a:gd name="connsiteX0" fmla="*/ 0 w 5599897"/>
              <a:gd name="connsiteY0" fmla="*/ 0 h 4447913"/>
              <a:gd name="connsiteX1" fmla="*/ 5599897 w 5599897"/>
              <a:gd name="connsiteY1" fmla="*/ 194998 h 4447913"/>
              <a:gd name="connsiteX2" fmla="*/ 4932793 w 5599897"/>
              <a:gd name="connsiteY2" fmla="*/ 3750018 h 4447913"/>
              <a:gd name="connsiteX3" fmla="*/ 410526 w 5599897"/>
              <a:gd name="connsiteY3" fmla="*/ 4447913 h 4447913"/>
              <a:gd name="connsiteX4" fmla="*/ 0 w 5599897"/>
              <a:gd name="connsiteY4" fmla="*/ 0 h 4447913"/>
              <a:gd name="connsiteX0" fmla="*/ 0 w 5599897"/>
              <a:gd name="connsiteY0" fmla="*/ 0 h 4376071"/>
              <a:gd name="connsiteX1" fmla="*/ 5599897 w 5599897"/>
              <a:gd name="connsiteY1" fmla="*/ 194998 h 4376071"/>
              <a:gd name="connsiteX2" fmla="*/ 4932793 w 5599897"/>
              <a:gd name="connsiteY2" fmla="*/ 3750018 h 4376071"/>
              <a:gd name="connsiteX3" fmla="*/ 502894 w 5599897"/>
              <a:gd name="connsiteY3" fmla="*/ 4376071 h 4376071"/>
              <a:gd name="connsiteX4" fmla="*/ 0 w 5599897"/>
              <a:gd name="connsiteY4" fmla="*/ 0 h 4376071"/>
              <a:gd name="connsiteX0" fmla="*/ 0 w 5558846"/>
              <a:gd name="connsiteY0" fmla="*/ 0 h 4232387"/>
              <a:gd name="connsiteX1" fmla="*/ 5558846 w 5558846"/>
              <a:gd name="connsiteY1" fmla="*/ 51314 h 4232387"/>
              <a:gd name="connsiteX2" fmla="*/ 4891742 w 5558846"/>
              <a:gd name="connsiteY2" fmla="*/ 3606334 h 4232387"/>
              <a:gd name="connsiteX3" fmla="*/ 461843 w 5558846"/>
              <a:gd name="connsiteY3" fmla="*/ 4232387 h 4232387"/>
              <a:gd name="connsiteX4" fmla="*/ 0 w 5558846"/>
              <a:gd name="connsiteY4" fmla="*/ 0 h 4232387"/>
              <a:gd name="connsiteX0" fmla="*/ 0 w 5558846"/>
              <a:gd name="connsiteY0" fmla="*/ 34887 h 4267274"/>
              <a:gd name="connsiteX1" fmla="*/ 5558846 w 5558846"/>
              <a:gd name="connsiteY1" fmla="*/ 86201 h 4267274"/>
              <a:gd name="connsiteX2" fmla="*/ 4891742 w 5558846"/>
              <a:gd name="connsiteY2" fmla="*/ 3641221 h 4267274"/>
              <a:gd name="connsiteX3" fmla="*/ 461843 w 5558846"/>
              <a:gd name="connsiteY3" fmla="*/ 4267274 h 4267274"/>
              <a:gd name="connsiteX4" fmla="*/ 0 w 5558846"/>
              <a:gd name="connsiteY4" fmla="*/ 34887 h 4267274"/>
              <a:gd name="connsiteX0" fmla="*/ 600593 w 5114967"/>
              <a:gd name="connsiteY0" fmla="*/ 17902 h 4439290"/>
              <a:gd name="connsiteX1" fmla="*/ 5114967 w 5114967"/>
              <a:gd name="connsiteY1" fmla="*/ 258217 h 4439290"/>
              <a:gd name="connsiteX2" fmla="*/ 4447863 w 5114967"/>
              <a:gd name="connsiteY2" fmla="*/ 3813237 h 4439290"/>
              <a:gd name="connsiteX3" fmla="*/ 17964 w 5114967"/>
              <a:gd name="connsiteY3" fmla="*/ 4439290 h 4439290"/>
              <a:gd name="connsiteX4" fmla="*/ 600593 w 5114967"/>
              <a:gd name="connsiteY4" fmla="*/ 17902 h 4439290"/>
              <a:gd name="connsiteX0" fmla="*/ 23258 w 4537632"/>
              <a:gd name="connsiteY0" fmla="*/ 17902 h 4568605"/>
              <a:gd name="connsiteX1" fmla="*/ 4537632 w 4537632"/>
              <a:gd name="connsiteY1" fmla="*/ 258217 h 4568605"/>
              <a:gd name="connsiteX2" fmla="*/ 3870528 w 4537632"/>
              <a:gd name="connsiteY2" fmla="*/ 3813237 h 4568605"/>
              <a:gd name="connsiteX3" fmla="*/ 47418 w 4537632"/>
              <a:gd name="connsiteY3" fmla="*/ 4568605 h 4568605"/>
              <a:gd name="connsiteX4" fmla="*/ 23258 w 4537632"/>
              <a:gd name="connsiteY4" fmla="*/ 17902 h 4568605"/>
              <a:gd name="connsiteX0" fmla="*/ 23258 w 4537632"/>
              <a:gd name="connsiteY0" fmla="*/ 17902 h 4568605"/>
              <a:gd name="connsiteX1" fmla="*/ 4537632 w 4537632"/>
              <a:gd name="connsiteY1" fmla="*/ 258217 h 4568605"/>
              <a:gd name="connsiteX2" fmla="*/ 4005232 w 4537632"/>
              <a:gd name="connsiteY2" fmla="*/ 4109586 h 4568605"/>
              <a:gd name="connsiteX3" fmla="*/ 47418 w 4537632"/>
              <a:gd name="connsiteY3" fmla="*/ 4568605 h 4568605"/>
              <a:gd name="connsiteX4" fmla="*/ 23258 w 4537632"/>
              <a:gd name="connsiteY4" fmla="*/ 17902 h 4568605"/>
              <a:gd name="connsiteX0" fmla="*/ 23258 w 4005232"/>
              <a:gd name="connsiteY0" fmla="*/ 433802 h 4984505"/>
              <a:gd name="connsiteX1" fmla="*/ 3971876 w 4005232"/>
              <a:gd name="connsiteY1" fmla="*/ 598 h 4984505"/>
              <a:gd name="connsiteX2" fmla="*/ 4005232 w 4005232"/>
              <a:gd name="connsiteY2" fmla="*/ 4525486 h 4984505"/>
              <a:gd name="connsiteX3" fmla="*/ 47418 w 4005232"/>
              <a:gd name="connsiteY3" fmla="*/ 4984505 h 4984505"/>
              <a:gd name="connsiteX4" fmla="*/ 23258 w 4005232"/>
              <a:gd name="connsiteY4" fmla="*/ 433802 h 4984505"/>
              <a:gd name="connsiteX0" fmla="*/ 23258 w 4268224"/>
              <a:gd name="connsiteY0" fmla="*/ 139829 h 4690532"/>
              <a:gd name="connsiteX1" fmla="*/ 4268224 w 4268224"/>
              <a:gd name="connsiteY1" fmla="*/ 2973 h 4690532"/>
              <a:gd name="connsiteX2" fmla="*/ 4005232 w 4268224"/>
              <a:gd name="connsiteY2" fmla="*/ 4231513 h 4690532"/>
              <a:gd name="connsiteX3" fmla="*/ 47418 w 4268224"/>
              <a:gd name="connsiteY3" fmla="*/ 4690532 h 4690532"/>
              <a:gd name="connsiteX4" fmla="*/ 23258 w 4268224"/>
              <a:gd name="connsiteY4" fmla="*/ 139829 h 4690532"/>
              <a:gd name="connsiteX0" fmla="*/ 23258 w 4341992"/>
              <a:gd name="connsiteY0" fmla="*/ 139829 h 4690532"/>
              <a:gd name="connsiteX1" fmla="*/ 4268224 w 4341992"/>
              <a:gd name="connsiteY1" fmla="*/ 2973 h 4690532"/>
              <a:gd name="connsiteX2" fmla="*/ 4341992 w 4341992"/>
              <a:gd name="connsiteY2" fmla="*/ 4568273 h 4690532"/>
              <a:gd name="connsiteX3" fmla="*/ 47418 w 4341992"/>
              <a:gd name="connsiteY3" fmla="*/ 4690532 h 4690532"/>
              <a:gd name="connsiteX4" fmla="*/ 23258 w 4341992"/>
              <a:gd name="connsiteY4" fmla="*/ 139829 h 4690532"/>
              <a:gd name="connsiteX0" fmla="*/ 0 w 4362735"/>
              <a:gd name="connsiteY0" fmla="*/ 27133 h 4823281"/>
              <a:gd name="connsiteX1" fmla="*/ 4288967 w 4362735"/>
              <a:gd name="connsiteY1" fmla="*/ 135722 h 4823281"/>
              <a:gd name="connsiteX2" fmla="*/ 4362735 w 4362735"/>
              <a:gd name="connsiteY2" fmla="*/ 4701022 h 4823281"/>
              <a:gd name="connsiteX3" fmla="*/ 68161 w 4362735"/>
              <a:gd name="connsiteY3" fmla="*/ 4823281 h 4823281"/>
              <a:gd name="connsiteX4" fmla="*/ 0 w 4362735"/>
              <a:gd name="connsiteY4" fmla="*/ 27133 h 4823281"/>
              <a:gd name="connsiteX0" fmla="*/ -1 w 4350999"/>
              <a:gd name="connsiteY0" fmla="*/ 34255 h 4776850"/>
              <a:gd name="connsiteX1" fmla="*/ 4277231 w 4350999"/>
              <a:gd name="connsiteY1" fmla="*/ 89291 h 4776850"/>
              <a:gd name="connsiteX2" fmla="*/ 4350999 w 4350999"/>
              <a:gd name="connsiteY2" fmla="*/ 4654591 h 4776850"/>
              <a:gd name="connsiteX3" fmla="*/ 56425 w 4350999"/>
              <a:gd name="connsiteY3" fmla="*/ 4776850 h 4776850"/>
              <a:gd name="connsiteX4" fmla="*/ -1 w 4350999"/>
              <a:gd name="connsiteY4" fmla="*/ 34255 h 4776850"/>
              <a:gd name="connsiteX0" fmla="*/ 25810 w 4376810"/>
              <a:gd name="connsiteY0" fmla="*/ 34255 h 4687593"/>
              <a:gd name="connsiteX1" fmla="*/ 4303042 w 4376810"/>
              <a:gd name="connsiteY1" fmla="*/ 89291 h 4687593"/>
              <a:gd name="connsiteX2" fmla="*/ 4376810 w 4376810"/>
              <a:gd name="connsiteY2" fmla="*/ 4654591 h 4687593"/>
              <a:gd name="connsiteX3" fmla="*/ 47033 w 4376810"/>
              <a:gd name="connsiteY3" fmla="*/ 4687595 h 4687593"/>
              <a:gd name="connsiteX4" fmla="*/ 25810 w 4376810"/>
              <a:gd name="connsiteY4" fmla="*/ 34255 h 4687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76810" h="4687593">
                <a:moveTo>
                  <a:pt x="25810" y="34255"/>
                </a:moveTo>
                <a:cubicBezTo>
                  <a:pt x="1909548" y="-61535"/>
                  <a:pt x="2450093" y="72186"/>
                  <a:pt x="4303042" y="89291"/>
                </a:cubicBezTo>
                <a:lnTo>
                  <a:pt x="4376810" y="4654591"/>
                </a:lnTo>
                <a:lnTo>
                  <a:pt x="47033" y="4687595"/>
                </a:lnTo>
                <a:cubicBezTo>
                  <a:pt x="-106915" y="3276799"/>
                  <a:pt x="179758" y="1445051"/>
                  <a:pt x="25810" y="34255"/>
                </a:cubicBezTo>
                <a:close/>
              </a:path>
            </a:pathLst>
          </a:custGeom>
          <a:gradFill flip="none" rotWithShape="1">
            <a:gsLst>
              <a:gs pos="100000">
                <a:srgbClr val="0D385A">
                  <a:alpha val="0"/>
                </a:srgbClr>
              </a:gs>
              <a:gs pos="53000">
                <a:srgbClr val="02294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8" name="椭圆 97"/>
          <p:cNvSpPr/>
          <p:nvPr/>
        </p:nvSpPr>
        <p:spPr>
          <a:xfrm>
            <a:off x="8586019" y="2690541"/>
            <a:ext cx="1392100" cy="13921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99" name="椭圆 98"/>
          <p:cNvSpPr/>
          <p:nvPr/>
        </p:nvSpPr>
        <p:spPr>
          <a:xfrm>
            <a:off x="6381337" y="2690541"/>
            <a:ext cx="1392100" cy="13921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00" name="椭圆 99"/>
          <p:cNvSpPr/>
          <p:nvPr/>
        </p:nvSpPr>
        <p:spPr>
          <a:xfrm>
            <a:off x="4176654" y="2690541"/>
            <a:ext cx="1392100" cy="13921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dirty="0">
                <a:solidFill>
                  <a:schemeClr val="tx1"/>
                </a:solidFill>
              </a:rPr>
              <a:t> </a:t>
            </a:r>
          </a:p>
        </p:txBody>
      </p:sp>
      <p:grpSp>
        <p:nvGrpSpPr>
          <p:cNvPr id="101" name="组合 100"/>
          <p:cNvGrpSpPr/>
          <p:nvPr/>
        </p:nvGrpSpPr>
        <p:grpSpPr>
          <a:xfrm>
            <a:off x="2385583" y="3184123"/>
            <a:ext cx="641016" cy="404937"/>
            <a:chOff x="1611228" y="613361"/>
            <a:chExt cx="2271455" cy="1434904"/>
          </a:xfrm>
          <a:noFill/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2" name="圆角矩形 101"/>
            <p:cNvSpPr/>
            <p:nvPr/>
          </p:nvSpPr>
          <p:spPr>
            <a:xfrm>
              <a:off x="1611228" y="613361"/>
              <a:ext cx="2271455" cy="1434904"/>
            </a:xfrm>
            <a:prstGeom prst="roundRect">
              <a:avLst/>
            </a:prstGeom>
            <a:grpFill/>
            <a:ln>
              <a:solidFill>
                <a:srgbClr val="0833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" name="等腰三角形 102"/>
            <p:cNvSpPr/>
            <p:nvPr/>
          </p:nvSpPr>
          <p:spPr>
            <a:xfrm flipV="1">
              <a:off x="1814732" y="633046"/>
              <a:ext cx="1885071" cy="703384"/>
            </a:xfrm>
            <a:prstGeom prst="triangle">
              <a:avLst/>
            </a:prstGeom>
            <a:grpFill/>
            <a:ln>
              <a:solidFill>
                <a:srgbClr val="0833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4" name="任意多边形 103"/>
          <p:cNvSpPr/>
          <p:nvPr/>
        </p:nvSpPr>
        <p:spPr>
          <a:xfrm>
            <a:off x="4505739" y="3119988"/>
            <a:ext cx="717388" cy="533206"/>
          </a:xfrm>
          <a:custGeom>
            <a:avLst/>
            <a:gdLst>
              <a:gd name="connsiteX0" fmla="*/ 596900 w 1181100"/>
              <a:gd name="connsiteY0" fmla="*/ 0 h 877865"/>
              <a:gd name="connsiteX1" fmla="*/ 895300 w 1181100"/>
              <a:gd name="connsiteY1" fmla="*/ 197793 h 877865"/>
              <a:gd name="connsiteX2" fmla="*/ 906903 w 1181100"/>
              <a:gd name="connsiteY2" fmla="*/ 235170 h 877865"/>
              <a:gd name="connsiteX3" fmla="*/ 922517 w 1181100"/>
              <a:gd name="connsiteY3" fmla="*/ 236745 h 877865"/>
              <a:gd name="connsiteX4" fmla="*/ 1181100 w 1181100"/>
              <a:gd name="connsiteY4" fmla="*/ 554015 h 877865"/>
              <a:gd name="connsiteX5" fmla="*/ 857250 w 1181100"/>
              <a:gd name="connsiteY5" fmla="*/ 877865 h 877865"/>
              <a:gd name="connsiteX6" fmla="*/ 731193 w 1181100"/>
              <a:gd name="connsiteY6" fmla="*/ 852415 h 877865"/>
              <a:gd name="connsiteX7" fmla="*/ 719284 w 1181100"/>
              <a:gd name="connsiteY7" fmla="*/ 845951 h 877865"/>
              <a:gd name="connsiteX8" fmla="*/ 710257 w 1181100"/>
              <a:gd name="connsiteY8" fmla="*/ 850850 h 877865"/>
              <a:gd name="connsiteX9" fmla="*/ 584200 w 1181100"/>
              <a:gd name="connsiteY9" fmla="*/ 876300 h 877865"/>
              <a:gd name="connsiteX10" fmla="*/ 458143 w 1181100"/>
              <a:gd name="connsiteY10" fmla="*/ 850850 h 877865"/>
              <a:gd name="connsiteX11" fmla="*/ 454025 w 1181100"/>
              <a:gd name="connsiteY11" fmla="*/ 848615 h 877865"/>
              <a:gd name="connsiteX12" fmla="*/ 449907 w 1181100"/>
              <a:gd name="connsiteY12" fmla="*/ 850850 h 877865"/>
              <a:gd name="connsiteX13" fmla="*/ 323850 w 1181100"/>
              <a:gd name="connsiteY13" fmla="*/ 876300 h 877865"/>
              <a:gd name="connsiteX14" fmla="*/ 0 w 1181100"/>
              <a:gd name="connsiteY14" fmla="*/ 552450 h 877865"/>
              <a:gd name="connsiteX15" fmla="*/ 258583 w 1181100"/>
              <a:gd name="connsiteY15" fmla="*/ 235180 h 877865"/>
              <a:gd name="connsiteX16" fmla="*/ 287809 w 1181100"/>
              <a:gd name="connsiteY16" fmla="*/ 232233 h 877865"/>
              <a:gd name="connsiteX17" fmla="*/ 298500 w 1181100"/>
              <a:gd name="connsiteY17" fmla="*/ 197793 h 877865"/>
              <a:gd name="connsiteX18" fmla="*/ 596900 w 1181100"/>
              <a:gd name="connsiteY18" fmla="*/ 0 h 877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181100" h="877865">
                <a:moveTo>
                  <a:pt x="596900" y="0"/>
                </a:moveTo>
                <a:cubicBezTo>
                  <a:pt x="731043" y="0"/>
                  <a:pt x="846137" y="81559"/>
                  <a:pt x="895300" y="197793"/>
                </a:cubicBezTo>
                <a:lnTo>
                  <a:pt x="906903" y="235170"/>
                </a:lnTo>
                <a:lnTo>
                  <a:pt x="922517" y="236745"/>
                </a:lnTo>
                <a:cubicBezTo>
                  <a:pt x="1070090" y="266942"/>
                  <a:pt x="1181100" y="397515"/>
                  <a:pt x="1181100" y="554015"/>
                </a:cubicBezTo>
                <a:cubicBezTo>
                  <a:pt x="1181100" y="732872"/>
                  <a:pt x="1036107" y="877865"/>
                  <a:pt x="857250" y="877865"/>
                </a:cubicBezTo>
                <a:cubicBezTo>
                  <a:pt x="812536" y="877865"/>
                  <a:pt x="769938" y="868803"/>
                  <a:pt x="731193" y="852415"/>
                </a:cubicBezTo>
                <a:lnTo>
                  <a:pt x="719284" y="845951"/>
                </a:lnTo>
                <a:lnTo>
                  <a:pt x="710257" y="850850"/>
                </a:lnTo>
                <a:cubicBezTo>
                  <a:pt x="671512" y="867238"/>
                  <a:pt x="628915" y="876300"/>
                  <a:pt x="584200" y="876300"/>
                </a:cubicBezTo>
                <a:cubicBezTo>
                  <a:pt x="539486" y="876300"/>
                  <a:pt x="496888" y="867238"/>
                  <a:pt x="458143" y="850850"/>
                </a:cubicBezTo>
                <a:lnTo>
                  <a:pt x="454025" y="848615"/>
                </a:lnTo>
                <a:lnTo>
                  <a:pt x="449907" y="850850"/>
                </a:lnTo>
                <a:cubicBezTo>
                  <a:pt x="411162" y="867238"/>
                  <a:pt x="368564" y="876300"/>
                  <a:pt x="323850" y="876300"/>
                </a:cubicBezTo>
                <a:cubicBezTo>
                  <a:pt x="144993" y="876300"/>
                  <a:pt x="0" y="731307"/>
                  <a:pt x="0" y="552450"/>
                </a:cubicBezTo>
                <a:cubicBezTo>
                  <a:pt x="0" y="395950"/>
                  <a:pt x="111010" y="265377"/>
                  <a:pt x="258583" y="235180"/>
                </a:cubicBezTo>
                <a:lnTo>
                  <a:pt x="287809" y="232233"/>
                </a:lnTo>
                <a:lnTo>
                  <a:pt x="298500" y="197793"/>
                </a:lnTo>
                <a:cubicBezTo>
                  <a:pt x="347663" y="81559"/>
                  <a:pt x="462757" y="0"/>
                  <a:pt x="596900" y="0"/>
                </a:cubicBezTo>
                <a:close/>
              </a:path>
            </a:pathLst>
          </a:custGeom>
          <a:noFill/>
          <a:ln>
            <a:solidFill>
              <a:srgbClr val="073254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9" name="组合 108"/>
          <p:cNvGrpSpPr/>
          <p:nvPr/>
        </p:nvGrpSpPr>
        <p:grpSpPr>
          <a:xfrm>
            <a:off x="6861911" y="3088141"/>
            <a:ext cx="382900" cy="596900"/>
            <a:chOff x="4119949" y="838200"/>
            <a:chExt cx="627304" cy="977900"/>
          </a:xfr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0" name="圆角矩形 109"/>
            <p:cNvSpPr/>
            <p:nvPr/>
          </p:nvSpPr>
          <p:spPr>
            <a:xfrm>
              <a:off x="4119949" y="838200"/>
              <a:ext cx="627304" cy="977900"/>
            </a:xfrm>
            <a:prstGeom prst="roundRect">
              <a:avLst/>
            </a:prstGeom>
            <a:noFill/>
            <a:ln>
              <a:solidFill>
                <a:srgbClr val="05305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11" name="组合 110"/>
            <p:cNvGrpSpPr/>
            <p:nvPr/>
          </p:nvGrpSpPr>
          <p:grpSpPr>
            <a:xfrm>
              <a:off x="4175435" y="928088"/>
              <a:ext cx="486271" cy="801167"/>
              <a:chOff x="5146198" y="1110395"/>
              <a:chExt cx="579676" cy="955059"/>
            </a:xfrm>
          </p:grpSpPr>
          <p:sp>
            <p:nvSpPr>
              <p:cNvPr id="112" name="等腰三角形 111"/>
              <p:cNvSpPr/>
              <p:nvPr/>
            </p:nvSpPr>
            <p:spPr>
              <a:xfrm rot="5400000">
                <a:off x="5317648" y="1175721"/>
                <a:ext cx="473552" cy="342899"/>
              </a:xfrm>
              <a:prstGeom prst="triangle">
                <a:avLst/>
              </a:prstGeom>
              <a:noFill/>
              <a:ln>
                <a:solidFill>
                  <a:srgbClr val="05305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3" name="等腰三角形 112"/>
              <p:cNvSpPr/>
              <p:nvPr/>
            </p:nvSpPr>
            <p:spPr>
              <a:xfrm rot="5400000">
                <a:off x="5317648" y="1657228"/>
                <a:ext cx="473552" cy="342900"/>
              </a:xfrm>
              <a:prstGeom prst="triangle">
                <a:avLst/>
              </a:prstGeom>
              <a:noFill/>
              <a:ln>
                <a:solidFill>
                  <a:srgbClr val="05305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114" name="直接连接符 113"/>
              <p:cNvCxnSpPr>
                <a:stCxn id="113" idx="2"/>
              </p:cNvCxnSpPr>
              <p:nvPr/>
            </p:nvCxnSpPr>
            <p:spPr>
              <a:xfrm flipH="1" flipV="1">
                <a:off x="5146198" y="1347167"/>
                <a:ext cx="236775" cy="244731"/>
              </a:xfrm>
              <a:prstGeom prst="line">
                <a:avLst/>
              </a:prstGeom>
              <a:ln>
                <a:solidFill>
                  <a:srgbClr val="05305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直接连接符 114"/>
              <p:cNvCxnSpPr>
                <a:stCxn id="113" idx="2"/>
              </p:cNvCxnSpPr>
              <p:nvPr/>
            </p:nvCxnSpPr>
            <p:spPr>
              <a:xfrm flipH="1">
                <a:off x="5146198" y="1591902"/>
                <a:ext cx="236775" cy="172709"/>
              </a:xfrm>
              <a:prstGeom prst="line">
                <a:avLst/>
              </a:prstGeom>
              <a:ln>
                <a:solidFill>
                  <a:srgbClr val="05305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6" name="组合 115"/>
          <p:cNvGrpSpPr/>
          <p:nvPr/>
        </p:nvGrpSpPr>
        <p:grpSpPr>
          <a:xfrm>
            <a:off x="8730752" y="2976029"/>
            <a:ext cx="879995" cy="821124"/>
            <a:chOff x="6091761" y="617251"/>
            <a:chExt cx="1442718" cy="1346201"/>
          </a:xfrm>
          <a:noFill/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7" name="等腰三角形 79"/>
            <p:cNvSpPr/>
            <p:nvPr/>
          </p:nvSpPr>
          <p:spPr>
            <a:xfrm rot="16200000">
              <a:off x="6304720" y="973649"/>
              <a:ext cx="1028541" cy="656358"/>
            </a:xfrm>
            <a:custGeom>
              <a:avLst/>
              <a:gdLst>
                <a:gd name="connsiteX0" fmla="*/ 0 w 1028541"/>
                <a:gd name="connsiteY0" fmla="*/ 886673 h 886673"/>
                <a:gd name="connsiteX1" fmla="*/ 514271 w 1028541"/>
                <a:gd name="connsiteY1" fmla="*/ 0 h 886673"/>
                <a:gd name="connsiteX2" fmla="*/ 1028541 w 1028541"/>
                <a:gd name="connsiteY2" fmla="*/ 886673 h 886673"/>
                <a:gd name="connsiteX3" fmla="*/ 0 w 1028541"/>
                <a:gd name="connsiteY3" fmla="*/ 886673 h 886673"/>
                <a:gd name="connsiteX0" fmla="*/ 0 w 1028541"/>
                <a:gd name="connsiteY0" fmla="*/ 886673 h 886673"/>
                <a:gd name="connsiteX1" fmla="*/ 514271 w 1028541"/>
                <a:gd name="connsiteY1" fmla="*/ 0 h 886673"/>
                <a:gd name="connsiteX2" fmla="*/ 1028541 w 1028541"/>
                <a:gd name="connsiteY2" fmla="*/ 886673 h 886673"/>
                <a:gd name="connsiteX3" fmla="*/ 0 w 1028541"/>
                <a:gd name="connsiteY3" fmla="*/ 886673 h 886673"/>
                <a:gd name="connsiteX0" fmla="*/ 0 w 1028541"/>
                <a:gd name="connsiteY0" fmla="*/ 886673 h 886673"/>
                <a:gd name="connsiteX1" fmla="*/ 514271 w 1028541"/>
                <a:gd name="connsiteY1" fmla="*/ 0 h 886673"/>
                <a:gd name="connsiteX2" fmla="*/ 1028541 w 1028541"/>
                <a:gd name="connsiteY2" fmla="*/ 886673 h 886673"/>
                <a:gd name="connsiteX3" fmla="*/ 0 w 1028541"/>
                <a:gd name="connsiteY3" fmla="*/ 886673 h 88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8541" h="886673">
                  <a:moveTo>
                    <a:pt x="0" y="886673"/>
                  </a:moveTo>
                  <a:cubicBezTo>
                    <a:pt x="31724" y="273615"/>
                    <a:pt x="342847" y="295558"/>
                    <a:pt x="514271" y="0"/>
                  </a:cubicBezTo>
                  <a:cubicBezTo>
                    <a:pt x="685694" y="295558"/>
                    <a:pt x="895218" y="95815"/>
                    <a:pt x="1028541" y="886673"/>
                  </a:cubicBezTo>
                  <a:lnTo>
                    <a:pt x="0" y="886673"/>
                  </a:lnTo>
                  <a:close/>
                </a:path>
              </a:pathLst>
            </a:custGeom>
            <a:grpFill/>
            <a:ln>
              <a:solidFill>
                <a:srgbClr val="042F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矩形 117"/>
            <p:cNvSpPr/>
            <p:nvPr/>
          </p:nvSpPr>
          <p:spPr>
            <a:xfrm>
              <a:off x="6503403" y="939878"/>
              <a:ext cx="189497" cy="723900"/>
            </a:xfrm>
            <a:prstGeom prst="rect">
              <a:avLst/>
            </a:prstGeom>
            <a:grpFill/>
            <a:ln>
              <a:solidFill>
                <a:srgbClr val="042F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" name="弧形 118"/>
            <p:cNvSpPr/>
            <p:nvPr/>
          </p:nvSpPr>
          <p:spPr>
            <a:xfrm rot="2899506">
              <a:off x="6213718" y="629990"/>
              <a:ext cx="1333500" cy="1308022"/>
            </a:xfrm>
            <a:prstGeom prst="arc">
              <a:avLst/>
            </a:prstGeom>
            <a:grpFill/>
            <a:ln>
              <a:solidFill>
                <a:srgbClr val="042F5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弧形 119"/>
            <p:cNvSpPr/>
            <p:nvPr/>
          </p:nvSpPr>
          <p:spPr>
            <a:xfrm rot="2899506">
              <a:off x="6079022" y="642691"/>
              <a:ext cx="1333500" cy="1308022"/>
            </a:xfrm>
            <a:prstGeom prst="arc">
              <a:avLst/>
            </a:prstGeom>
            <a:grpFill/>
            <a:ln>
              <a:solidFill>
                <a:srgbClr val="042F5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1" name="椭圆 120"/>
          <p:cNvSpPr/>
          <p:nvPr/>
        </p:nvSpPr>
        <p:spPr>
          <a:xfrm>
            <a:off x="1971971" y="2690541"/>
            <a:ext cx="1392100" cy="13921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dirty="0">
                <a:solidFill>
                  <a:schemeClr val="tx1"/>
                </a:solidFill>
              </a:rPr>
              <a:t> </a:t>
            </a:r>
          </a:p>
        </p:txBody>
      </p:sp>
      <p:grpSp>
        <p:nvGrpSpPr>
          <p:cNvPr id="122" name="组合 121"/>
          <p:cNvGrpSpPr/>
          <p:nvPr/>
        </p:nvGrpSpPr>
        <p:grpSpPr>
          <a:xfrm>
            <a:off x="2384016" y="3184123"/>
            <a:ext cx="641016" cy="404937"/>
            <a:chOff x="1611228" y="613361"/>
            <a:chExt cx="2271455" cy="1434904"/>
          </a:xfrm>
          <a:noFill/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3" name="圆角矩形 122"/>
            <p:cNvSpPr/>
            <p:nvPr/>
          </p:nvSpPr>
          <p:spPr>
            <a:xfrm>
              <a:off x="1611228" y="613361"/>
              <a:ext cx="2271455" cy="1434904"/>
            </a:xfrm>
            <a:prstGeom prst="roundRect">
              <a:avLst/>
            </a:prstGeom>
            <a:grpFill/>
            <a:ln>
              <a:solidFill>
                <a:srgbClr val="0833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4" name="等腰三角形 123"/>
            <p:cNvSpPr/>
            <p:nvPr/>
          </p:nvSpPr>
          <p:spPr>
            <a:xfrm flipV="1">
              <a:off x="1814732" y="633046"/>
              <a:ext cx="1885071" cy="703384"/>
            </a:xfrm>
            <a:prstGeom prst="triangle">
              <a:avLst/>
            </a:prstGeom>
            <a:grpFill/>
            <a:ln>
              <a:solidFill>
                <a:srgbClr val="0833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5" name="组合 124"/>
          <p:cNvGrpSpPr/>
          <p:nvPr/>
        </p:nvGrpSpPr>
        <p:grpSpPr>
          <a:xfrm>
            <a:off x="1885365" y="4171785"/>
            <a:ext cx="1766830" cy="768838"/>
            <a:chOff x="1651310" y="4298355"/>
            <a:chExt cx="1668265" cy="700815"/>
          </a:xfrm>
        </p:grpSpPr>
        <p:sp>
          <p:nvSpPr>
            <p:cNvPr id="126" name="矩形 125"/>
            <p:cNvSpPr/>
            <p:nvPr/>
          </p:nvSpPr>
          <p:spPr>
            <a:xfrm>
              <a:off x="1651310" y="4298355"/>
              <a:ext cx="1668265" cy="3085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</a:rPr>
                <a:t>Then add this title</a:t>
              </a:r>
              <a:endParaRPr lang="zh-CN" alt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127" name="矩形 126"/>
            <p:cNvSpPr/>
            <p:nvPr/>
          </p:nvSpPr>
          <p:spPr>
            <a:xfrm>
              <a:off x="1670360" y="4513976"/>
              <a:ext cx="1612263" cy="2805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50" dirty="0">
                  <a:solidFill>
                    <a:schemeClr val="bg1"/>
                  </a:solidFill>
                </a:rPr>
                <a:t>●</a:t>
              </a:r>
              <a:r>
                <a:rPr lang="en-US" altLang="zh-CN" sz="1400" dirty="0">
                  <a:solidFill>
                    <a:schemeClr val="bg1"/>
                  </a:solidFill>
                </a:rPr>
                <a:t>Then add this title</a:t>
              </a:r>
              <a:endParaRPr lang="zh-CN" alt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128" name="矩形 127"/>
            <p:cNvSpPr/>
            <p:nvPr/>
          </p:nvSpPr>
          <p:spPr>
            <a:xfrm>
              <a:off x="1670360" y="4718625"/>
              <a:ext cx="1612263" cy="2805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050" dirty="0">
                  <a:solidFill>
                    <a:schemeClr val="bg1"/>
                  </a:solidFill>
                </a:rPr>
                <a:t>●</a:t>
              </a:r>
              <a:r>
                <a:rPr lang="en-US" altLang="zh-CN" sz="1400" dirty="0">
                  <a:solidFill>
                    <a:schemeClr val="bg1"/>
                  </a:solidFill>
                </a:rPr>
                <a:t>Then add this title</a:t>
              </a:r>
              <a:endParaRPr lang="zh-CN" altLang="en-US"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29" name="组合 128"/>
          <p:cNvGrpSpPr/>
          <p:nvPr/>
        </p:nvGrpSpPr>
        <p:grpSpPr>
          <a:xfrm>
            <a:off x="4018798" y="4171785"/>
            <a:ext cx="1766830" cy="768838"/>
            <a:chOff x="1651310" y="4298355"/>
            <a:chExt cx="1668265" cy="700815"/>
          </a:xfrm>
        </p:grpSpPr>
        <p:sp>
          <p:nvSpPr>
            <p:cNvPr id="130" name="矩形 129"/>
            <p:cNvSpPr/>
            <p:nvPr/>
          </p:nvSpPr>
          <p:spPr>
            <a:xfrm>
              <a:off x="1651310" y="4298355"/>
              <a:ext cx="1668265" cy="3085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</a:rPr>
                <a:t>Then add this title</a:t>
              </a:r>
              <a:endParaRPr lang="zh-CN" alt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131" name="矩形 130"/>
            <p:cNvSpPr/>
            <p:nvPr/>
          </p:nvSpPr>
          <p:spPr>
            <a:xfrm>
              <a:off x="1670360" y="4513976"/>
              <a:ext cx="1612263" cy="2805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50" dirty="0">
                  <a:solidFill>
                    <a:schemeClr val="bg1"/>
                  </a:solidFill>
                </a:rPr>
                <a:t>●</a:t>
              </a:r>
              <a:r>
                <a:rPr lang="en-US" altLang="zh-CN" sz="1400" dirty="0">
                  <a:solidFill>
                    <a:schemeClr val="bg1"/>
                  </a:solidFill>
                </a:rPr>
                <a:t>Then add this title</a:t>
              </a:r>
              <a:endParaRPr lang="zh-CN" alt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132" name="矩形 131"/>
            <p:cNvSpPr/>
            <p:nvPr/>
          </p:nvSpPr>
          <p:spPr>
            <a:xfrm>
              <a:off x="1670360" y="4718625"/>
              <a:ext cx="1612263" cy="2805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050" dirty="0">
                  <a:solidFill>
                    <a:schemeClr val="bg1"/>
                  </a:solidFill>
                </a:rPr>
                <a:t>●</a:t>
              </a:r>
              <a:r>
                <a:rPr lang="en-US" altLang="zh-CN" sz="1400" dirty="0">
                  <a:solidFill>
                    <a:schemeClr val="bg1"/>
                  </a:solidFill>
                </a:rPr>
                <a:t>Then add this title</a:t>
              </a:r>
              <a:endParaRPr lang="zh-CN" altLang="en-US"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3" name="组合 132"/>
          <p:cNvGrpSpPr/>
          <p:nvPr/>
        </p:nvGrpSpPr>
        <p:grpSpPr>
          <a:xfrm>
            <a:off x="6329448" y="4171785"/>
            <a:ext cx="1766830" cy="768838"/>
            <a:chOff x="1651310" y="4298355"/>
            <a:chExt cx="1668265" cy="700815"/>
          </a:xfrm>
        </p:grpSpPr>
        <p:sp>
          <p:nvSpPr>
            <p:cNvPr id="134" name="矩形 133"/>
            <p:cNvSpPr/>
            <p:nvPr/>
          </p:nvSpPr>
          <p:spPr>
            <a:xfrm>
              <a:off x="1651310" y="4298355"/>
              <a:ext cx="1668265" cy="3085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</a:rPr>
                <a:t>Then add this title</a:t>
              </a:r>
              <a:endParaRPr lang="zh-CN" alt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135" name="矩形 134"/>
            <p:cNvSpPr/>
            <p:nvPr/>
          </p:nvSpPr>
          <p:spPr>
            <a:xfrm>
              <a:off x="1670360" y="4513976"/>
              <a:ext cx="1612263" cy="2805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50" dirty="0">
                  <a:solidFill>
                    <a:schemeClr val="bg1"/>
                  </a:solidFill>
                </a:rPr>
                <a:t>●</a:t>
              </a:r>
              <a:r>
                <a:rPr lang="en-US" altLang="zh-CN" sz="1400" dirty="0">
                  <a:solidFill>
                    <a:schemeClr val="bg1"/>
                  </a:solidFill>
                </a:rPr>
                <a:t>Then add this title</a:t>
              </a:r>
              <a:endParaRPr lang="zh-CN" alt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136" name="矩形 135"/>
            <p:cNvSpPr/>
            <p:nvPr/>
          </p:nvSpPr>
          <p:spPr>
            <a:xfrm>
              <a:off x="1670360" y="4718625"/>
              <a:ext cx="1612263" cy="2805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050" dirty="0">
                  <a:solidFill>
                    <a:schemeClr val="bg1"/>
                  </a:solidFill>
                </a:rPr>
                <a:t>●</a:t>
              </a:r>
              <a:r>
                <a:rPr lang="en-US" altLang="zh-CN" sz="1400" dirty="0">
                  <a:solidFill>
                    <a:schemeClr val="bg1"/>
                  </a:solidFill>
                </a:rPr>
                <a:t>Then add this title</a:t>
              </a:r>
              <a:endParaRPr lang="zh-CN" altLang="en-US"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7" name="组合 136"/>
          <p:cNvGrpSpPr/>
          <p:nvPr/>
        </p:nvGrpSpPr>
        <p:grpSpPr>
          <a:xfrm>
            <a:off x="8432600" y="4171785"/>
            <a:ext cx="1766830" cy="768838"/>
            <a:chOff x="1651310" y="4298355"/>
            <a:chExt cx="1668265" cy="700815"/>
          </a:xfrm>
        </p:grpSpPr>
        <p:sp>
          <p:nvSpPr>
            <p:cNvPr id="138" name="矩形 137"/>
            <p:cNvSpPr/>
            <p:nvPr/>
          </p:nvSpPr>
          <p:spPr>
            <a:xfrm>
              <a:off x="1651310" y="4298355"/>
              <a:ext cx="1668265" cy="3085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</a:rPr>
                <a:t>Then add this title</a:t>
              </a:r>
              <a:endParaRPr lang="zh-CN" alt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139" name="矩形 138"/>
            <p:cNvSpPr/>
            <p:nvPr/>
          </p:nvSpPr>
          <p:spPr>
            <a:xfrm>
              <a:off x="1670360" y="4513976"/>
              <a:ext cx="1612263" cy="2805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50" dirty="0">
                  <a:solidFill>
                    <a:schemeClr val="bg1"/>
                  </a:solidFill>
                </a:rPr>
                <a:t>●</a:t>
              </a:r>
              <a:r>
                <a:rPr lang="en-US" altLang="zh-CN" sz="1400" dirty="0">
                  <a:solidFill>
                    <a:schemeClr val="bg1"/>
                  </a:solidFill>
                </a:rPr>
                <a:t>Then add this title</a:t>
              </a:r>
              <a:endParaRPr lang="zh-CN" alt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140" name="矩形 139"/>
            <p:cNvSpPr/>
            <p:nvPr/>
          </p:nvSpPr>
          <p:spPr>
            <a:xfrm>
              <a:off x="1670360" y="4718625"/>
              <a:ext cx="1612263" cy="2805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050" dirty="0">
                  <a:solidFill>
                    <a:schemeClr val="bg1"/>
                  </a:solidFill>
                </a:rPr>
                <a:t>●</a:t>
              </a:r>
              <a:r>
                <a:rPr lang="en-US" altLang="zh-CN" sz="1400" dirty="0">
                  <a:solidFill>
                    <a:schemeClr val="bg1"/>
                  </a:solidFill>
                </a:rPr>
                <a:t>Then add this title</a:t>
              </a:r>
              <a:endParaRPr lang="zh-CN" altLang="en-US" sz="1400" dirty="0">
                <a:solidFill>
                  <a:schemeClr val="bg1"/>
                </a:solidFill>
              </a:endParaRPr>
            </a:p>
          </p:txBody>
        </p:sp>
      </p:grpSp>
      <p:sp>
        <p:nvSpPr>
          <p:cNvPr id="141" name="矩形 140"/>
          <p:cNvSpPr/>
          <p:nvPr/>
        </p:nvSpPr>
        <p:spPr>
          <a:xfrm>
            <a:off x="3919472" y="749430"/>
            <a:ext cx="413767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</a:rPr>
              <a:t>Then add this title</a:t>
            </a:r>
            <a:endParaRPr lang="zh-CN" altLang="en-US" sz="4000" dirty="0">
              <a:solidFill>
                <a:schemeClr val="bg1"/>
              </a:solidFill>
            </a:endParaRPr>
          </a:p>
        </p:txBody>
      </p:sp>
      <p:sp>
        <p:nvSpPr>
          <p:cNvPr id="158" name="矩形 157"/>
          <p:cNvSpPr/>
          <p:nvPr/>
        </p:nvSpPr>
        <p:spPr>
          <a:xfrm>
            <a:off x="1898065" y="4841578"/>
            <a:ext cx="1707519" cy="307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050" dirty="0">
                <a:solidFill>
                  <a:schemeClr val="bg1"/>
                </a:solidFill>
              </a:rPr>
              <a:t>●</a:t>
            </a:r>
            <a:r>
              <a:rPr lang="en-US" altLang="zh-CN" sz="1400" dirty="0">
                <a:solidFill>
                  <a:schemeClr val="bg1"/>
                </a:solidFill>
              </a:rPr>
              <a:t>Then add this title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161" name="矩形 160"/>
          <p:cNvSpPr/>
          <p:nvPr/>
        </p:nvSpPr>
        <p:spPr>
          <a:xfrm>
            <a:off x="4031498" y="4841578"/>
            <a:ext cx="1707519" cy="307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050" dirty="0">
                <a:solidFill>
                  <a:schemeClr val="bg1"/>
                </a:solidFill>
              </a:rPr>
              <a:t>●</a:t>
            </a:r>
            <a:r>
              <a:rPr lang="en-US" altLang="zh-CN" sz="1400" dirty="0">
                <a:solidFill>
                  <a:schemeClr val="bg1"/>
                </a:solidFill>
              </a:rPr>
              <a:t>Then add this title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164" name="矩形 163"/>
          <p:cNvSpPr/>
          <p:nvPr/>
        </p:nvSpPr>
        <p:spPr>
          <a:xfrm>
            <a:off x="6342148" y="4841578"/>
            <a:ext cx="1707519" cy="307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050" dirty="0">
                <a:solidFill>
                  <a:schemeClr val="bg1"/>
                </a:solidFill>
              </a:rPr>
              <a:t>●</a:t>
            </a:r>
            <a:r>
              <a:rPr lang="en-US" altLang="zh-CN" sz="1400" dirty="0">
                <a:solidFill>
                  <a:schemeClr val="bg1"/>
                </a:solidFill>
              </a:rPr>
              <a:t>Then add this title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167" name="矩形 166"/>
          <p:cNvSpPr/>
          <p:nvPr/>
        </p:nvSpPr>
        <p:spPr>
          <a:xfrm>
            <a:off x="8445300" y="4841578"/>
            <a:ext cx="1707519" cy="307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050" dirty="0">
                <a:solidFill>
                  <a:schemeClr val="bg1"/>
                </a:solidFill>
              </a:rPr>
              <a:t>●</a:t>
            </a:r>
            <a:r>
              <a:rPr lang="en-US" altLang="zh-CN" sz="1400" dirty="0">
                <a:solidFill>
                  <a:schemeClr val="bg1"/>
                </a:solidFill>
              </a:rPr>
              <a:t>Then add this title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2007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33"/>
          <p:cNvGrpSpPr/>
          <p:nvPr/>
        </p:nvGrpSpPr>
        <p:grpSpPr>
          <a:xfrm>
            <a:off x="4038600" y="2045692"/>
            <a:ext cx="4114799" cy="3576242"/>
            <a:chOff x="3733801" y="1314450"/>
            <a:chExt cx="4762499" cy="4139169"/>
          </a:xfrm>
        </p:grpSpPr>
        <p:sp>
          <p:nvSpPr>
            <p:cNvPr id="9" name="矩形 8"/>
            <p:cNvSpPr/>
            <p:nvPr/>
          </p:nvSpPr>
          <p:spPr>
            <a:xfrm rot="2700000">
              <a:off x="5238750" y="1314450"/>
              <a:ext cx="1714500" cy="17145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016000" dist="254000" sx="106000" sy="106000" algn="ctr" rotWithShape="0">
                <a:srgbClr val="02294A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" name="矩形 10"/>
            <p:cNvSpPr/>
            <p:nvPr/>
          </p:nvSpPr>
          <p:spPr>
            <a:xfrm rot="2700000">
              <a:off x="3733801" y="2526786"/>
              <a:ext cx="1714500" cy="1714500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  <a:effectLst>
              <a:outerShdw blurRad="50800" dist="101600" dir="2700000" algn="tl" rotWithShape="0">
                <a:srgbClr val="02294A">
                  <a:alpha val="48627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 rot="2700000">
              <a:off x="6781800" y="2526787"/>
              <a:ext cx="1714500" cy="1714500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  <a:effectLst>
              <a:outerShdw blurRad="50800" dist="101600" dir="2700000" algn="tl" rotWithShape="0">
                <a:srgbClr val="02294A">
                  <a:alpha val="48627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 rot="2700000">
              <a:off x="5226565" y="3739119"/>
              <a:ext cx="1714500" cy="17145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003300" dist="228600" sx="104000" sy="104000" algn="ctr" rotWithShape="0">
                <a:srgbClr val="02294A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7" name="直接箭头连接符 26"/>
          <p:cNvCxnSpPr/>
          <p:nvPr/>
        </p:nvCxnSpPr>
        <p:spPr>
          <a:xfrm flipH="1">
            <a:off x="971452" y="3830638"/>
            <a:ext cx="2635864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8832335" y="3830638"/>
            <a:ext cx="2635864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25"/>
          <p:cNvGrpSpPr/>
          <p:nvPr/>
        </p:nvGrpSpPr>
        <p:grpSpPr>
          <a:xfrm>
            <a:off x="1881884" y="3873584"/>
            <a:ext cx="1766830" cy="768838"/>
            <a:chOff x="1651310" y="4298355"/>
            <a:chExt cx="1668265" cy="700815"/>
          </a:xfrm>
        </p:grpSpPr>
        <p:sp>
          <p:nvSpPr>
            <p:cNvPr id="28" name="矩形 27"/>
            <p:cNvSpPr/>
            <p:nvPr/>
          </p:nvSpPr>
          <p:spPr>
            <a:xfrm>
              <a:off x="1651310" y="4298355"/>
              <a:ext cx="1668265" cy="3085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</a:rPr>
                <a:t>Then add this title</a:t>
              </a:r>
              <a:endParaRPr lang="zh-CN" alt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1670360" y="4513976"/>
              <a:ext cx="1612263" cy="2805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50" dirty="0">
                  <a:solidFill>
                    <a:schemeClr val="bg1"/>
                  </a:solidFill>
                </a:rPr>
                <a:t>●</a:t>
              </a:r>
              <a:r>
                <a:rPr lang="en-US" altLang="zh-CN" sz="1400" dirty="0">
                  <a:solidFill>
                    <a:schemeClr val="bg1"/>
                  </a:solidFill>
                </a:rPr>
                <a:t>Then add this title</a:t>
              </a:r>
              <a:endParaRPr lang="zh-CN" alt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1670360" y="4718625"/>
              <a:ext cx="1612263" cy="2805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050" dirty="0">
                  <a:solidFill>
                    <a:schemeClr val="bg1"/>
                  </a:solidFill>
                </a:rPr>
                <a:t>●</a:t>
              </a:r>
              <a:r>
                <a:rPr lang="en-US" altLang="zh-CN" sz="1400" dirty="0">
                  <a:solidFill>
                    <a:schemeClr val="bg1"/>
                  </a:solidFill>
                </a:rPr>
                <a:t>Then add this title</a:t>
              </a:r>
              <a:endParaRPr lang="zh-CN" altLang="en-US"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1881884" y="2989123"/>
            <a:ext cx="1766830" cy="768838"/>
            <a:chOff x="1651310" y="4298355"/>
            <a:chExt cx="1668265" cy="700815"/>
          </a:xfrm>
        </p:grpSpPr>
        <p:sp>
          <p:nvSpPr>
            <p:cNvPr id="38" name="矩形 37"/>
            <p:cNvSpPr/>
            <p:nvPr/>
          </p:nvSpPr>
          <p:spPr>
            <a:xfrm>
              <a:off x="1651310" y="4298355"/>
              <a:ext cx="1668265" cy="3085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</a:rPr>
                <a:t>Then add this title</a:t>
              </a:r>
              <a:endParaRPr lang="zh-CN" alt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1670360" y="4513976"/>
              <a:ext cx="1612263" cy="2805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50" dirty="0">
                  <a:solidFill>
                    <a:schemeClr val="bg1"/>
                  </a:solidFill>
                </a:rPr>
                <a:t>●</a:t>
              </a:r>
              <a:r>
                <a:rPr lang="en-US" altLang="zh-CN" sz="1400" dirty="0">
                  <a:solidFill>
                    <a:schemeClr val="bg1"/>
                  </a:solidFill>
                </a:rPr>
                <a:t>Then add this title</a:t>
              </a:r>
              <a:endParaRPr lang="zh-CN" alt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1670360" y="4718625"/>
              <a:ext cx="1612263" cy="2805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050" dirty="0">
                  <a:solidFill>
                    <a:schemeClr val="bg1"/>
                  </a:solidFill>
                </a:rPr>
                <a:t>●</a:t>
              </a:r>
              <a:r>
                <a:rPr lang="en-US" altLang="zh-CN" sz="1400" dirty="0">
                  <a:solidFill>
                    <a:schemeClr val="bg1"/>
                  </a:solidFill>
                </a:rPr>
                <a:t>Then add this title</a:t>
              </a:r>
              <a:endParaRPr lang="zh-CN" altLang="en-US"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9168948" y="3873584"/>
            <a:ext cx="1766830" cy="768838"/>
            <a:chOff x="1651310" y="4298355"/>
            <a:chExt cx="1668265" cy="700815"/>
          </a:xfrm>
        </p:grpSpPr>
        <p:sp>
          <p:nvSpPr>
            <p:cNvPr id="42" name="矩形 41"/>
            <p:cNvSpPr/>
            <p:nvPr/>
          </p:nvSpPr>
          <p:spPr>
            <a:xfrm>
              <a:off x="1651310" y="4298355"/>
              <a:ext cx="1668265" cy="3085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</a:rPr>
                <a:t>Then add this title</a:t>
              </a:r>
              <a:endParaRPr lang="zh-CN" alt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1670360" y="4513976"/>
              <a:ext cx="1612263" cy="2805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50" dirty="0">
                  <a:solidFill>
                    <a:schemeClr val="bg1"/>
                  </a:solidFill>
                </a:rPr>
                <a:t>●</a:t>
              </a:r>
              <a:r>
                <a:rPr lang="en-US" altLang="zh-CN" sz="1400" dirty="0">
                  <a:solidFill>
                    <a:schemeClr val="bg1"/>
                  </a:solidFill>
                </a:rPr>
                <a:t>Then add this title</a:t>
              </a:r>
              <a:endParaRPr lang="zh-CN" alt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44" name="矩形 43"/>
            <p:cNvSpPr/>
            <p:nvPr/>
          </p:nvSpPr>
          <p:spPr>
            <a:xfrm>
              <a:off x="1670360" y="4718625"/>
              <a:ext cx="1612263" cy="2805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050" dirty="0">
                  <a:solidFill>
                    <a:schemeClr val="bg1"/>
                  </a:solidFill>
                </a:rPr>
                <a:t>●</a:t>
              </a:r>
              <a:r>
                <a:rPr lang="en-US" altLang="zh-CN" sz="1400" dirty="0">
                  <a:solidFill>
                    <a:schemeClr val="bg1"/>
                  </a:solidFill>
                </a:rPr>
                <a:t>Then add this title</a:t>
              </a:r>
              <a:endParaRPr lang="zh-CN" altLang="en-US"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9168948" y="2989123"/>
            <a:ext cx="1766830" cy="768838"/>
            <a:chOff x="1651310" y="4298355"/>
            <a:chExt cx="1668265" cy="700815"/>
          </a:xfrm>
        </p:grpSpPr>
        <p:sp>
          <p:nvSpPr>
            <p:cNvPr id="46" name="矩形 45"/>
            <p:cNvSpPr/>
            <p:nvPr/>
          </p:nvSpPr>
          <p:spPr>
            <a:xfrm>
              <a:off x="1651310" y="4298355"/>
              <a:ext cx="1668265" cy="3085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</a:rPr>
                <a:t>Then add this title</a:t>
              </a:r>
              <a:endParaRPr lang="zh-CN" alt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1670360" y="4513976"/>
              <a:ext cx="1612263" cy="2805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50" dirty="0">
                  <a:solidFill>
                    <a:schemeClr val="bg1"/>
                  </a:solidFill>
                </a:rPr>
                <a:t>●</a:t>
              </a:r>
              <a:r>
                <a:rPr lang="en-US" altLang="zh-CN" sz="1400" dirty="0">
                  <a:solidFill>
                    <a:schemeClr val="bg1"/>
                  </a:solidFill>
                </a:rPr>
                <a:t>Then add this title</a:t>
              </a:r>
              <a:endParaRPr lang="zh-CN" alt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1670360" y="4718625"/>
              <a:ext cx="1612263" cy="2805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050" dirty="0">
                  <a:solidFill>
                    <a:schemeClr val="bg1"/>
                  </a:solidFill>
                </a:rPr>
                <a:t>●</a:t>
              </a:r>
              <a:r>
                <a:rPr lang="en-US" altLang="zh-CN" sz="1400" dirty="0">
                  <a:solidFill>
                    <a:schemeClr val="bg1"/>
                  </a:solidFill>
                </a:rPr>
                <a:t>Then add this title</a:t>
              </a:r>
              <a:endParaRPr lang="zh-CN" altLang="en-US" sz="1400" dirty="0">
                <a:solidFill>
                  <a:schemeClr val="bg1"/>
                </a:solidFill>
              </a:endParaRPr>
            </a:p>
          </p:txBody>
        </p:sp>
      </p:grpSp>
      <p:sp>
        <p:nvSpPr>
          <p:cNvPr id="25" name="矩形 24"/>
          <p:cNvSpPr/>
          <p:nvPr/>
        </p:nvSpPr>
        <p:spPr>
          <a:xfrm>
            <a:off x="3919472" y="749430"/>
            <a:ext cx="413767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</a:rPr>
              <a:t>Then add this title</a:t>
            </a:r>
            <a:endParaRPr lang="zh-CN" alt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4318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18"/>
          <p:cNvSpPr/>
          <p:nvPr/>
        </p:nvSpPr>
        <p:spPr>
          <a:xfrm rot="2700000">
            <a:off x="8714977" y="2645661"/>
            <a:ext cx="2009791" cy="1414944"/>
          </a:xfrm>
          <a:custGeom>
            <a:avLst/>
            <a:gdLst>
              <a:gd name="connsiteX0" fmla="*/ 0 w 5138057"/>
              <a:gd name="connsiteY0" fmla="*/ 0 h 2641600"/>
              <a:gd name="connsiteX1" fmla="*/ 5138057 w 5138057"/>
              <a:gd name="connsiteY1" fmla="*/ 0 h 2641600"/>
              <a:gd name="connsiteX2" fmla="*/ 5138057 w 5138057"/>
              <a:gd name="connsiteY2" fmla="*/ 2641600 h 2641600"/>
              <a:gd name="connsiteX3" fmla="*/ 0 w 5138057"/>
              <a:gd name="connsiteY3" fmla="*/ 2641600 h 2641600"/>
              <a:gd name="connsiteX4" fmla="*/ 0 w 5138057"/>
              <a:gd name="connsiteY4" fmla="*/ 0 h 2641600"/>
              <a:gd name="connsiteX0" fmla="*/ 0 w 5907793"/>
              <a:gd name="connsiteY0" fmla="*/ 1652367 h 4293967"/>
              <a:gd name="connsiteX1" fmla="*/ 5907793 w 5907793"/>
              <a:gd name="connsiteY1" fmla="*/ 0 h 4293967"/>
              <a:gd name="connsiteX2" fmla="*/ 5138057 w 5907793"/>
              <a:gd name="connsiteY2" fmla="*/ 4293967 h 4293967"/>
              <a:gd name="connsiteX3" fmla="*/ 0 w 5907793"/>
              <a:gd name="connsiteY3" fmla="*/ 4293967 h 4293967"/>
              <a:gd name="connsiteX4" fmla="*/ 0 w 5907793"/>
              <a:gd name="connsiteY4" fmla="*/ 1652367 h 4293967"/>
              <a:gd name="connsiteX0" fmla="*/ 71842 w 5907793"/>
              <a:gd name="connsiteY0" fmla="*/ 738947 h 4293967"/>
              <a:gd name="connsiteX1" fmla="*/ 5907793 w 5907793"/>
              <a:gd name="connsiteY1" fmla="*/ 0 h 4293967"/>
              <a:gd name="connsiteX2" fmla="*/ 5138057 w 5907793"/>
              <a:gd name="connsiteY2" fmla="*/ 4293967 h 4293967"/>
              <a:gd name="connsiteX3" fmla="*/ 0 w 5907793"/>
              <a:gd name="connsiteY3" fmla="*/ 4293967 h 4293967"/>
              <a:gd name="connsiteX4" fmla="*/ 71842 w 5907793"/>
              <a:gd name="connsiteY4" fmla="*/ 738947 h 4293967"/>
              <a:gd name="connsiteX0" fmla="*/ 102630 w 5938581"/>
              <a:gd name="connsiteY0" fmla="*/ 738947 h 4293967"/>
              <a:gd name="connsiteX1" fmla="*/ 5938581 w 5938581"/>
              <a:gd name="connsiteY1" fmla="*/ 0 h 4293967"/>
              <a:gd name="connsiteX2" fmla="*/ 5168845 w 5938581"/>
              <a:gd name="connsiteY2" fmla="*/ 4293967 h 4293967"/>
              <a:gd name="connsiteX3" fmla="*/ 0 w 5938581"/>
              <a:gd name="connsiteY3" fmla="*/ 4119494 h 4293967"/>
              <a:gd name="connsiteX4" fmla="*/ 102630 w 5938581"/>
              <a:gd name="connsiteY4" fmla="*/ 738947 h 4293967"/>
              <a:gd name="connsiteX0" fmla="*/ 102630 w 5938581"/>
              <a:gd name="connsiteY0" fmla="*/ 738947 h 4119494"/>
              <a:gd name="connsiteX1" fmla="*/ 5938581 w 5938581"/>
              <a:gd name="connsiteY1" fmla="*/ 0 h 4119494"/>
              <a:gd name="connsiteX2" fmla="*/ 5271477 w 5938581"/>
              <a:gd name="connsiteY2" fmla="*/ 3555020 h 4119494"/>
              <a:gd name="connsiteX3" fmla="*/ 0 w 5938581"/>
              <a:gd name="connsiteY3" fmla="*/ 4119494 h 4119494"/>
              <a:gd name="connsiteX4" fmla="*/ 102630 w 5938581"/>
              <a:gd name="connsiteY4" fmla="*/ 738947 h 4119494"/>
              <a:gd name="connsiteX0" fmla="*/ 0 w 5959107"/>
              <a:gd name="connsiteY0" fmla="*/ 246316 h 4119494"/>
              <a:gd name="connsiteX1" fmla="*/ 5959107 w 5959107"/>
              <a:gd name="connsiteY1" fmla="*/ 0 h 4119494"/>
              <a:gd name="connsiteX2" fmla="*/ 5292003 w 5959107"/>
              <a:gd name="connsiteY2" fmla="*/ 3555020 h 4119494"/>
              <a:gd name="connsiteX3" fmla="*/ 20526 w 5959107"/>
              <a:gd name="connsiteY3" fmla="*/ 4119494 h 4119494"/>
              <a:gd name="connsiteX4" fmla="*/ 0 w 5959107"/>
              <a:gd name="connsiteY4" fmla="*/ 246316 h 4119494"/>
              <a:gd name="connsiteX0" fmla="*/ 0 w 5959107"/>
              <a:gd name="connsiteY0" fmla="*/ 246316 h 4591598"/>
              <a:gd name="connsiteX1" fmla="*/ 5959107 w 5959107"/>
              <a:gd name="connsiteY1" fmla="*/ 0 h 4591598"/>
              <a:gd name="connsiteX2" fmla="*/ 5292003 w 5959107"/>
              <a:gd name="connsiteY2" fmla="*/ 3555020 h 4591598"/>
              <a:gd name="connsiteX3" fmla="*/ 82104 w 5959107"/>
              <a:gd name="connsiteY3" fmla="*/ 4591598 h 4591598"/>
              <a:gd name="connsiteX4" fmla="*/ 0 w 5959107"/>
              <a:gd name="connsiteY4" fmla="*/ 246316 h 4591598"/>
              <a:gd name="connsiteX0" fmla="*/ 123159 w 6082266"/>
              <a:gd name="connsiteY0" fmla="*/ 246316 h 3750020"/>
              <a:gd name="connsiteX1" fmla="*/ 6082266 w 6082266"/>
              <a:gd name="connsiteY1" fmla="*/ 0 h 3750020"/>
              <a:gd name="connsiteX2" fmla="*/ 5415162 w 6082266"/>
              <a:gd name="connsiteY2" fmla="*/ 3555020 h 3750020"/>
              <a:gd name="connsiteX3" fmla="*/ 0 w 6082266"/>
              <a:gd name="connsiteY3" fmla="*/ 3750020 h 3750020"/>
              <a:gd name="connsiteX4" fmla="*/ 123159 w 6082266"/>
              <a:gd name="connsiteY4" fmla="*/ 246316 h 3750020"/>
              <a:gd name="connsiteX0" fmla="*/ 92369 w 6051476"/>
              <a:gd name="connsiteY0" fmla="*/ 246316 h 3555021"/>
              <a:gd name="connsiteX1" fmla="*/ 6051476 w 6051476"/>
              <a:gd name="connsiteY1" fmla="*/ 0 h 3555021"/>
              <a:gd name="connsiteX2" fmla="*/ 5384372 w 6051476"/>
              <a:gd name="connsiteY2" fmla="*/ 3555020 h 3555021"/>
              <a:gd name="connsiteX3" fmla="*/ 0 w 6051476"/>
              <a:gd name="connsiteY3" fmla="*/ 3555021 h 3555021"/>
              <a:gd name="connsiteX4" fmla="*/ 92369 w 6051476"/>
              <a:gd name="connsiteY4" fmla="*/ 246316 h 3555021"/>
              <a:gd name="connsiteX0" fmla="*/ 390000 w 6051476"/>
              <a:gd name="connsiteY0" fmla="*/ 0 h 3708967"/>
              <a:gd name="connsiteX1" fmla="*/ 6051476 w 6051476"/>
              <a:gd name="connsiteY1" fmla="*/ 153946 h 3708967"/>
              <a:gd name="connsiteX2" fmla="*/ 5384372 w 6051476"/>
              <a:gd name="connsiteY2" fmla="*/ 3708966 h 3708967"/>
              <a:gd name="connsiteX3" fmla="*/ 0 w 6051476"/>
              <a:gd name="connsiteY3" fmla="*/ 3708967 h 3708967"/>
              <a:gd name="connsiteX4" fmla="*/ 390000 w 6051476"/>
              <a:gd name="connsiteY4" fmla="*/ 0 h 3708967"/>
              <a:gd name="connsiteX0" fmla="*/ 451579 w 6051476"/>
              <a:gd name="connsiteY0" fmla="*/ 0 h 3750019"/>
              <a:gd name="connsiteX1" fmla="*/ 6051476 w 6051476"/>
              <a:gd name="connsiteY1" fmla="*/ 194998 h 3750019"/>
              <a:gd name="connsiteX2" fmla="*/ 5384372 w 6051476"/>
              <a:gd name="connsiteY2" fmla="*/ 3750018 h 3750019"/>
              <a:gd name="connsiteX3" fmla="*/ 0 w 6051476"/>
              <a:gd name="connsiteY3" fmla="*/ 3750019 h 3750019"/>
              <a:gd name="connsiteX4" fmla="*/ 451579 w 6051476"/>
              <a:gd name="connsiteY4" fmla="*/ 0 h 3750019"/>
              <a:gd name="connsiteX0" fmla="*/ 0 w 5599897"/>
              <a:gd name="connsiteY0" fmla="*/ 0 h 4447913"/>
              <a:gd name="connsiteX1" fmla="*/ 5599897 w 5599897"/>
              <a:gd name="connsiteY1" fmla="*/ 194998 h 4447913"/>
              <a:gd name="connsiteX2" fmla="*/ 4932793 w 5599897"/>
              <a:gd name="connsiteY2" fmla="*/ 3750018 h 4447913"/>
              <a:gd name="connsiteX3" fmla="*/ 410526 w 5599897"/>
              <a:gd name="connsiteY3" fmla="*/ 4447913 h 4447913"/>
              <a:gd name="connsiteX4" fmla="*/ 0 w 5599897"/>
              <a:gd name="connsiteY4" fmla="*/ 0 h 4447913"/>
              <a:gd name="connsiteX0" fmla="*/ 0 w 5599897"/>
              <a:gd name="connsiteY0" fmla="*/ 0 h 4376071"/>
              <a:gd name="connsiteX1" fmla="*/ 5599897 w 5599897"/>
              <a:gd name="connsiteY1" fmla="*/ 194998 h 4376071"/>
              <a:gd name="connsiteX2" fmla="*/ 4932793 w 5599897"/>
              <a:gd name="connsiteY2" fmla="*/ 3750018 h 4376071"/>
              <a:gd name="connsiteX3" fmla="*/ 502894 w 5599897"/>
              <a:gd name="connsiteY3" fmla="*/ 4376071 h 4376071"/>
              <a:gd name="connsiteX4" fmla="*/ 0 w 5599897"/>
              <a:gd name="connsiteY4" fmla="*/ 0 h 4376071"/>
              <a:gd name="connsiteX0" fmla="*/ 0 w 5558846"/>
              <a:gd name="connsiteY0" fmla="*/ 0 h 4232387"/>
              <a:gd name="connsiteX1" fmla="*/ 5558846 w 5558846"/>
              <a:gd name="connsiteY1" fmla="*/ 51314 h 4232387"/>
              <a:gd name="connsiteX2" fmla="*/ 4891742 w 5558846"/>
              <a:gd name="connsiteY2" fmla="*/ 3606334 h 4232387"/>
              <a:gd name="connsiteX3" fmla="*/ 461843 w 5558846"/>
              <a:gd name="connsiteY3" fmla="*/ 4232387 h 4232387"/>
              <a:gd name="connsiteX4" fmla="*/ 0 w 5558846"/>
              <a:gd name="connsiteY4" fmla="*/ 0 h 4232387"/>
              <a:gd name="connsiteX0" fmla="*/ 0 w 5558846"/>
              <a:gd name="connsiteY0" fmla="*/ 34887 h 4267274"/>
              <a:gd name="connsiteX1" fmla="*/ 5558846 w 5558846"/>
              <a:gd name="connsiteY1" fmla="*/ 86201 h 4267274"/>
              <a:gd name="connsiteX2" fmla="*/ 4891742 w 5558846"/>
              <a:gd name="connsiteY2" fmla="*/ 3641221 h 4267274"/>
              <a:gd name="connsiteX3" fmla="*/ 461843 w 5558846"/>
              <a:gd name="connsiteY3" fmla="*/ 4267274 h 4267274"/>
              <a:gd name="connsiteX4" fmla="*/ 0 w 5558846"/>
              <a:gd name="connsiteY4" fmla="*/ 34887 h 4267274"/>
              <a:gd name="connsiteX0" fmla="*/ 600593 w 5114967"/>
              <a:gd name="connsiteY0" fmla="*/ 17902 h 4439290"/>
              <a:gd name="connsiteX1" fmla="*/ 5114967 w 5114967"/>
              <a:gd name="connsiteY1" fmla="*/ 258217 h 4439290"/>
              <a:gd name="connsiteX2" fmla="*/ 4447863 w 5114967"/>
              <a:gd name="connsiteY2" fmla="*/ 3813237 h 4439290"/>
              <a:gd name="connsiteX3" fmla="*/ 17964 w 5114967"/>
              <a:gd name="connsiteY3" fmla="*/ 4439290 h 4439290"/>
              <a:gd name="connsiteX4" fmla="*/ 600593 w 5114967"/>
              <a:gd name="connsiteY4" fmla="*/ 17902 h 4439290"/>
              <a:gd name="connsiteX0" fmla="*/ 23258 w 4537632"/>
              <a:gd name="connsiteY0" fmla="*/ 17902 h 4568605"/>
              <a:gd name="connsiteX1" fmla="*/ 4537632 w 4537632"/>
              <a:gd name="connsiteY1" fmla="*/ 258217 h 4568605"/>
              <a:gd name="connsiteX2" fmla="*/ 3870528 w 4537632"/>
              <a:gd name="connsiteY2" fmla="*/ 3813237 h 4568605"/>
              <a:gd name="connsiteX3" fmla="*/ 47418 w 4537632"/>
              <a:gd name="connsiteY3" fmla="*/ 4568605 h 4568605"/>
              <a:gd name="connsiteX4" fmla="*/ 23258 w 4537632"/>
              <a:gd name="connsiteY4" fmla="*/ 17902 h 4568605"/>
              <a:gd name="connsiteX0" fmla="*/ 23258 w 4537632"/>
              <a:gd name="connsiteY0" fmla="*/ 17902 h 4568605"/>
              <a:gd name="connsiteX1" fmla="*/ 4537632 w 4537632"/>
              <a:gd name="connsiteY1" fmla="*/ 258217 h 4568605"/>
              <a:gd name="connsiteX2" fmla="*/ 4005232 w 4537632"/>
              <a:gd name="connsiteY2" fmla="*/ 4109586 h 4568605"/>
              <a:gd name="connsiteX3" fmla="*/ 47418 w 4537632"/>
              <a:gd name="connsiteY3" fmla="*/ 4568605 h 4568605"/>
              <a:gd name="connsiteX4" fmla="*/ 23258 w 4537632"/>
              <a:gd name="connsiteY4" fmla="*/ 17902 h 4568605"/>
              <a:gd name="connsiteX0" fmla="*/ 23258 w 4005232"/>
              <a:gd name="connsiteY0" fmla="*/ 433802 h 4984505"/>
              <a:gd name="connsiteX1" fmla="*/ 3971876 w 4005232"/>
              <a:gd name="connsiteY1" fmla="*/ 598 h 4984505"/>
              <a:gd name="connsiteX2" fmla="*/ 4005232 w 4005232"/>
              <a:gd name="connsiteY2" fmla="*/ 4525486 h 4984505"/>
              <a:gd name="connsiteX3" fmla="*/ 47418 w 4005232"/>
              <a:gd name="connsiteY3" fmla="*/ 4984505 h 4984505"/>
              <a:gd name="connsiteX4" fmla="*/ 23258 w 4005232"/>
              <a:gd name="connsiteY4" fmla="*/ 433802 h 4984505"/>
              <a:gd name="connsiteX0" fmla="*/ 23258 w 4268224"/>
              <a:gd name="connsiteY0" fmla="*/ 139829 h 4690532"/>
              <a:gd name="connsiteX1" fmla="*/ 4268224 w 4268224"/>
              <a:gd name="connsiteY1" fmla="*/ 2973 h 4690532"/>
              <a:gd name="connsiteX2" fmla="*/ 4005232 w 4268224"/>
              <a:gd name="connsiteY2" fmla="*/ 4231513 h 4690532"/>
              <a:gd name="connsiteX3" fmla="*/ 47418 w 4268224"/>
              <a:gd name="connsiteY3" fmla="*/ 4690532 h 4690532"/>
              <a:gd name="connsiteX4" fmla="*/ 23258 w 4268224"/>
              <a:gd name="connsiteY4" fmla="*/ 139829 h 4690532"/>
              <a:gd name="connsiteX0" fmla="*/ 23258 w 4341992"/>
              <a:gd name="connsiteY0" fmla="*/ 139829 h 4690532"/>
              <a:gd name="connsiteX1" fmla="*/ 4268224 w 4341992"/>
              <a:gd name="connsiteY1" fmla="*/ 2973 h 4690532"/>
              <a:gd name="connsiteX2" fmla="*/ 4341992 w 4341992"/>
              <a:gd name="connsiteY2" fmla="*/ 4568273 h 4690532"/>
              <a:gd name="connsiteX3" fmla="*/ 47418 w 4341992"/>
              <a:gd name="connsiteY3" fmla="*/ 4690532 h 4690532"/>
              <a:gd name="connsiteX4" fmla="*/ 23258 w 4341992"/>
              <a:gd name="connsiteY4" fmla="*/ 139829 h 4690532"/>
              <a:gd name="connsiteX0" fmla="*/ 0 w 4362735"/>
              <a:gd name="connsiteY0" fmla="*/ 27133 h 4823281"/>
              <a:gd name="connsiteX1" fmla="*/ 4288967 w 4362735"/>
              <a:gd name="connsiteY1" fmla="*/ 135722 h 4823281"/>
              <a:gd name="connsiteX2" fmla="*/ 4362735 w 4362735"/>
              <a:gd name="connsiteY2" fmla="*/ 4701022 h 4823281"/>
              <a:gd name="connsiteX3" fmla="*/ 68161 w 4362735"/>
              <a:gd name="connsiteY3" fmla="*/ 4823281 h 4823281"/>
              <a:gd name="connsiteX4" fmla="*/ 0 w 4362735"/>
              <a:gd name="connsiteY4" fmla="*/ 27133 h 4823281"/>
              <a:gd name="connsiteX0" fmla="*/ -1 w 4350999"/>
              <a:gd name="connsiteY0" fmla="*/ 34255 h 4776850"/>
              <a:gd name="connsiteX1" fmla="*/ 4277231 w 4350999"/>
              <a:gd name="connsiteY1" fmla="*/ 89291 h 4776850"/>
              <a:gd name="connsiteX2" fmla="*/ 4350999 w 4350999"/>
              <a:gd name="connsiteY2" fmla="*/ 4654591 h 4776850"/>
              <a:gd name="connsiteX3" fmla="*/ 56425 w 4350999"/>
              <a:gd name="connsiteY3" fmla="*/ 4776850 h 4776850"/>
              <a:gd name="connsiteX4" fmla="*/ -1 w 4350999"/>
              <a:gd name="connsiteY4" fmla="*/ 34255 h 4776850"/>
              <a:gd name="connsiteX0" fmla="*/ 25810 w 4376810"/>
              <a:gd name="connsiteY0" fmla="*/ 34255 h 4687593"/>
              <a:gd name="connsiteX1" fmla="*/ 4303042 w 4376810"/>
              <a:gd name="connsiteY1" fmla="*/ 89291 h 4687593"/>
              <a:gd name="connsiteX2" fmla="*/ 4376810 w 4376810"/>
              <a:gd name="connsiteY2" fmla="*/ 4654591 h 4687593"/>
              <a:gd name="connsiteX3" fmla="*/ 47033 w 4376810"/>
              <a:gd name="connsiteY3" fmla="*/ 4687595 h 4687593"/>
              <a:gd name="connsiteX4" fmla="*/ 25810 w 4376810"/>
              <a:gd name="connsiteY4" fmla="*/ 34255 h 4687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76810" h="4687593">
                <a:moveTo>
                  <a:pt x="25810" y="34255"/>
                </a:moveTo>
                <a:cubicBezTo>
                  <a:pt x="1909548" y="-61535"/>
                  <a:pt x="2450093" y="72186"/>
                  <a:pt x="4303042" y="89291"/>
                </a:cubicBezTo>
                <a:lnTo>
                  <a:pt x="4376810" y="4654591"/>
                </a:lnTo>
                <a:lnTo>
                  <a:pt x="47033" y="4687595"/>
                </a:lnTo>
                <a:cubicBezTo>
                  <a:pt x="-106915" y="3276799"/>
                  <a:pt x="179758" y="1445051"/>
                  <a:pt x="25810" y="34255"/>
                </a:cubicBezTo>
                <a:close/>
              </a:path>
            </a:pathLst>
          </a:custGeom>
          <a:gradFill flip="none" rotWithShape="1">
            <a:gsLst>
              <a:gs pos="100000">
                <a:srgbClr val="0D385A">
                  <a:alpha val="0"/>
                </a:srgbClr>
              </a:gs>
              <a:gs pos="53000">
                <a:srgbClr val="02294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1" name="矩形 18"/>
          <p:cNvSpPr/>
          <p:nvPr/>
        </p:nvSpPr>
        <p:spPr>
          <a:xfrm rot="2700000">
            <a:off x="6541371" y="4165221"/>
            <a:ext cx="2009791" cy="1414944"/>
          </a:xfrm>
          <a:custGeom>
            <a:avLst/>
            <a:gdLst>
              <a:gd name="connsiteX0" fmla="*/ 0 w 5138057"/>
              <a:gd name="connsiteY0" fmla="*/ 0 h 2641600"/>
              <a:gd name="connsiteX1" fmla="*/ 5138057 w 5138057"/>
              <a:gd name="connsiteY1" fmla="*/ 0 h 2641600"/>
              <a:gd name="connsiteX2" fmla="*/ 5138057 w 5138057"/>
              <a:gd name="connsiteY2" fmla="*/ 2641600 h 2641600"/>
              <a:gd name="connsiteX3" fmla="*/ 0 w 5138057"/>
              <a:gd name="connsiteY3" fmla="*/ 2641600 h 2641600"/>
              <a:gd name="connsiteX4" fmla="*/ 0 w 5138057"/>
              <a:gd name="connsiteY4" fmla="*/ 0 h 2641600"/>
              <a:gd name="connsiteX0" fmla="*/ 0 w 5907793"/>
              <a:gd name="connsiteY0" fmla="*/ 1652367 h 4293967"/>
              <a:gd name="connsiteX1" fmla="*/ 5907793 w 5907793"/>
              <a:gd name="connsiteY1" fmla="*/ 0 h 4293967"/>
              <a:gd name="connsiteX2" fmla="*/ 5138057 w 5907793"/>
              <a:gd name="connsiteY2" fmla="*/ 4293967 h 4293967"/>
              <a:gd name="connsiteX3" fmla="*/ 0 w 5907793"/>
              <a:gd name="connsiteY3" fmla="*/ 4293967 h 4293967"/>
              <a:gd name="connsiteX4" fmla="*/ 0 w 5907793"/>
              <a:gd name="connsiteY4" fmla="*/ 1652367 h 4293967"/>
              <a:gd name="connsiteX0" fmla="*/ 71842 w 5907793"/>
              <a:gd name="connsiteY0" fmla="*/ 738947 h 4293967"/>
              <a:gd name="connsiteX1" fmla="*/ 5907793 w 5907793"/>
              <a:gd name="connsiteY1" fmla="*/ 0 h 4293967"/>
              <a:gd name="connsiteX2" fmla="*/ 5138057 w 5907793"/>
              <a:gd name="connsiteY2" fmla="*/ 4293967 h 4293967"/>
              <a:gd name="connsiteX3" fmla="*/ 0 w 5907793"/>
              <a:gd name="connsiteY3" fmla="*/ 4293967 h 4293967"/>
              <a:gd name="connsiteX4" fmla="*/ 71842 w 5907793"/>
              <a:gd name="connsiteY4" fmla="*/ 738947 h 4293967"/>
              <a:gd name="connsiteX0" fmla="*/ 102630 w 5938581"/>
              <a:gd name="connsiteY0" fmla="*/ 738947 h 4293967"/>
              <a:gd name="connsiteX1" fmla="*/ 5938581 w 5938581"/>
              <a:gd name="connsiteY1" fmla="*/ 0 h 4293967"/>
              <a:gd name="connsiteX2" fmla="*/ 5168845 w 5938581"/>
              <a:gd name="connsiteY2" fmla="*/ 4293967 h 4293967"/>
              <a:gd name="connsiteX3" fmla="*/ 0 w 5938581"/>
              <a:gd name="connsiteY3" fmla="*/ 4119494 h 4293967"/>
              <a:gd name="connsiteX4" fmla="*/ 102630 w 5938581"/>
              <a:gd name="connsiteY4" fmla="*/ 738947 h 4293967"/>
              <a:gd name="connsiteX0" fmla="*/ 102630 w 5938581"/>
              <a:gd name="connsiteY0" fmla="*/ 738947 h 4119494"/>
              <a:gd name="connsiteX1" fmla="*/ 5938581 w 5938581"/>
              <a:gd name="connsiteY1" fmla="*/ 0 h 4119494"/>
              <a:gd name="connsiteX2" fmla="*/ 5271477 w 5938581"/>
              <a:gd name="connsiteY2" fmla="*/ 3555020 h 4119494"/>
              <a:gd name="connsiteX3" fmla="*/ 0 w 5938581"/>
              <a:gd name="connsiteY3" fmla="*/ 4119494 h 4119494"/>
              <a:gd name="connsiteX4" fmla="*/ 102630 w 5938581"/>
              <a:gd name="connsiteY4" fmla="*/ 738947 h 4119494"/>
              <a:gd name="connsiteX0" fmla="*/ 0 w 5959107"/>
              <a:gd name="connsiteY0" fmla="*/ 246316 h 4119494"/>
              <a:gd name="connsiteX1" fmla="*/ 5959107 w 5959107"/>
              <a:gd name="connsiteY1" fmla="*/ 0 h 4119494"/>
              <a:gd name="connsiteX2" fmla="*/ 5292003 w 5959107"/>
              <a:gd name="connsiteY2" fmla="*/ 3555020 h 4119494"/>
              <a:gd name="connsiteX3" fmla="*/ 20526 w 5959107"/>
              <a:gd name="connsiteY3" fmla="*/ 4119494 h 4119494"/>
              <a:gd name="connsiteX4" fmla="*/ 0 w 5959107"/>
              <a:gd name="connsiteY4" fmla="*/ 246316 h 4119494"/>
              <a:gd name="connsiteX0" fmla="*/ 0 w 5959107"/>
              <a:gd name="connsiteY0" fmla="*/ 246316 h 4591598"/>
              <a:gd name="connsiteX1" fmla="*/ 5959107 w 5959107"/>
              <a:gd name="connsiteY1" fmla="*/ 0 h 4591598"/>
              <a:gd name="connsiteX2" fmla="*/ 5292003 w 5959107"/>
              <a:gd name="connsiteY2" fmla="*/ 3555020 h 4591598"/>
              <a:gd name="connsiteX3" fmla="*/ 82104 w 5959107"/>
              <a:gd name="connsiteY3" fmla="*/ 4591598 h 4591598"/>
              <a:gd name="connsiteX4" fmla="*/ 0 w 5959107"/>
              <a:gd name="connsiteY4" fmla="*/ 246316 h 4591598"/>
              <a:gd name="connsiteX0" fmla="*/ 123159 w 6082266"/>
              <a:gd name="connsiteY0" fmla="*/ 246316 h 3750020"/>
              <a:gd name="connsiteX1" fmla="*/ 6082266 w 6082266"/>
              <a:gd name="connsiteY1" fmla="*/ 0 h 3750020"/>
              <a:gd name="connsiteX2" fmla="*/ 5415162 w 6082266"/>
              <a:gd name="connsiteY2" fmla="*/ 3555020 h 3750020"/>
              <a:gd name="connsiteX3" fmla="*/ 0 w 6082266"/>
              <a:gd name="connsiteY3" fmla="*/ 3750020 h 3750020"/>
              <a:gd name="connsiteX4" fmla="*/ 123159 w 6082266"/>
              <a:gd name="connsiteY4" fmla="*/ 246316 h 3750020"/>
              <a:gd name="connsiteX0" fmla="*/ 92369 w 6051476"/>
              <a:gd name="connsiteY0" fmla="*/ 246316 h 3555021"/>
              <a:gd name="connsiteX1" fmla="*/ 6051476 w 6051476"/>
              <a:gd name="connsiteY1" fmla="*/ 0 h 3555021"/>
              <a:gd name="connsiteX2" fmla="*/ 5384372 w 6051476"/>
              <a:gd name="connsiteY2" fmla="*/ 3555020 h 3555021"/>
              <a:gd name="connsiteX3" fmla="*/ 0 w 6051476"/>
              <a:gd name="connsiteY3" fmla="*/ 3555021 h 3555021"/>
              <a:gd name="connsiteX4" fmla="*/ 92369 w 6051476"/>
              <a:gd name="connsiteY4" fmla="*/ 246316 h 3555021"/>
              <a:gd name="connsiteX0" fmla="*/ 390000 w 6051476"/>
              <a:gd name="connsiteY0" fmla="*/ 0 h 3708967"/>
              <a:gd name="connsiteX1" fmla="*/ 6051476 w 6051476"/>
              <a:gd name="connsiteY1" fmla="*/ 153946 h 3708967"/>
              <a:gd name="connsiteX2" fmla="*/ 5384372 w 6051476"/>
              <a:gd name="connsiteY2" fmla="*/ 3708966 h 3708967"/>
              <a:gd name="connsiteX3" fmla="*/ 0 w 6051476"/>
              <a:gd name="connsiteY3" fmla="*/ 3708967 h 3708967"/>
              <a:gd name="connsiteX4" fmla="*/ 390000 w 6051476"/>
              <a:gd name="connsiteY4" fmla="*/ 0 h 3708967"/>
              <a:gd name="connsiteX0" fmla="*/ 451579 w 6051476"/>
              <a:gd name="connsiteY0" fmla="*/ 0 h 3750019"/>
              <a:gd name="connsiteX1" fmla="*/ 6051476 w 6051476"/>
              <a:gd name="connsiteY1" fmla="*/ 194998 h 3750019"/>
              <a:gd name="connsiteX2" fmla="*/ 5384372 w 6051476"/>
              <a:gd name="connsiteY2" fmla="*/ 3750018 h 3750019"/>
              <a:gd name="connsiteX3" fmla="*/ 0 w 6051476"/>
              <a:gd name="connsiteY3" fmla="*/ 3750019 h 3750019"/>
              <a:gd name="connsiteX4" fmla="*/ 451579 w 6051476"/>
              <a:gd name="connsiteY4" fmla="*/ 0 h 3750019"/>
              <a:gd name="connsiteX0" fmla="*/ 0 w 5599897"/>
              <a:gd name="connsiteY0" fmla="*/ 0 h 4447913"/>
              <a:gd name="connsiteX1" fmla="*/ 5599897 w 5599897"/>
              <a:gd name="connsiteY1" fmla="*/ 194998 h 4447913"/>
              <a:gd name="connsiteX2" fmla="*/ 4932793 w 5599897"/>
              <a:gd name="connsiteY2" fmla="*/ 3750018 h 4447913"/>
              <a:gd name="connsiteX3" fmla="*/ 410526 w 5599897"/>
              <a:gd name="connsiteY3" fmla="*/ 4447913 h 4447913"/>
              <a:gd name="connsiteX4" fmla="*/ 0 w 5599897"/>
              <a:gd name="connsiteY4" fmla="*/ 0 h 4447913"/>
              <a:gd name="connsiteX0" fmla="*/ 0 w 5599897"/>
              <a:gd name="connsiteY0" fmla="*/ 0 h 4376071"/>
              <a:gd name="connsiteX1" fmla="*/ 5599897 w 5599897"/>
              <a:gd name="connsiteY1" fmla="*/ 194998 h 4376071"/>
              <a:gd name="connsiteX2" fmla="*/ 4932793 w 5599897"/>
              <a:gd name="connsiteY2" fmla="*/ 3750018 h 4376071"/>
              <a:gd name="connsiteX3" fmla="*/ 502894 w 5599897"/>
              <a:gd name="connsiteY3" fmla="*/ 4376071 h 4376071"/>
              <a:gd name="connsiteX4" fmla="*/ 0 w 5599897"/>
              <a:gd name="connsiteY4" fmla="*/ 0 h 4376071"/>
              <a:gd name="connsiteX0" fmla="*/ 0 w 5558846"/>
              <a:gd name="connsiteY0" fmla="*/ 0 h 4232387"/>
              <a:gd name="connsiteX1" fmla="*/ 5558846 w 5558846"/>
              <a:gd name="connsiteY1" fmla="*/ 51314 h 4232387"/>
              <a:gd name="connsiteX2" fmla="*/ 4891742 w 5558846"/>
              <a:gd name="connsiteY2" fmla="*/ 3606334 h 4232387"/>
              <a:gd name="connsiteX3" fmla="*/ 461843 w 5558846"/>
              <a:gd name="connsiteY3" fmla="*/ 4232387 h 4232387"/>
              <a:gd name="connsiteX4" fmla="*/ 0 w 5558846"/>
              <a:gd name="connsiteY4" fmla="*/ 0 h 4232387"/>
              <a:gd name="connsiteX0" fmla="*/ 0 w 5558846"/>
              <a:gd name="connsiteY0" fmla="*/ 34887 h 4267274"/>
              <a:gd name="connsiteX1" fmla="*/ 5558846 w 5558846"/>
              <a:gd name="connsiteY1" fmla="*/ 86201 h 4267274"/>
              <a:gd name="connsiteX2" fmla="*/ 4891742 w 5558846"/>
              <a:gd name="connsiteY2" fmla="*/ 3641221 h 4267274"/>
              <a:gd name="connsiteX3" fmla="*/ 461843 w 5558846"/>
              <a:gd name="connsiteY3" fmla="*/ 4267274 h 4267274"/>
              <a:gd name="connsiteX4" fmla="*/ 0 w 5558846"/>
              <a:gd name="connsiteY4" fmla="*/ 34887 h 4267274"/>
              <a:gd name="connsiteX0" fmla="*/ 600593 w 5114967"/>
              <a:gd name="connsiteY0" fmla="*/ 17902 h 4439290"/>
              <a:gd name="connsiteX1" fmla="*/ 5114967 w 5114967"/>
              <a:gd name="connsiteY1" fmla="*/ 258217 h 4439290"/>
              <a:gd name="connsiteX2" fmla="*/ 4447863 w 5114967"/>
              <a:gd name="connsiteY2" fmla="*/ 3813237 h 4439290"/>
              <a:gd name="connsiteX3" fmla="*/ 17964 w 5114967"/>
              <a:gd name="connsiteY3" fmla="*/ 4439290 h 4439290"/>
              <a:gd name="connsiteX4" fmla="*/ 600593 w 5114967"/>
              <a:gd name="connsiteY4" fmla="*/ 17902 h 4439290"/>
              <a:gd name="connsiteX0" fmla="*/ 23258 w 4537632"/>
              <a:gd name="connsiteY0" fmla="*/ 17902 h 4568605"/>
              <a:gd name="connsiteX1" fmla="*/ 4537632 w 4537632"/>
              <a:gd name="connsiteY1" fmla="*/ 258217 h 4568605"/>
              <a:gd name="connsiteX2" fmla="*/ 3870528 w 4537632"/>
              <a:gd name="connsiteY2" fmla="*/ 3813237 h 4568605"/>
              <a:gd name="connsiteX3" fmla="*/ 47418 w 4537632"/>
              <a:gd name="connsiteY3" fmla="*/ 4568605 h 4568605"/>
              <a:gd name="connsiteX4" fmla="*/ 23258 w 4537632"/>
              <a:gd name="connsiteY4" fmla="*/ 17902 h 4568605"/>
              <a:gd name="connsiteX0" fmla="*/ 23258 w 4537632"/>
              <a:gd name="connsiteY0" fmla="*/ 17902 h 4568605"/>
              <a:gd name="connsiteX1" fmla="*/ 4537632 w 4537632"/>
              <a:gd name="connsiteY1" fmla="*/ 258217 h 4568605"/>
              <a:gd name="connsiteX2" fmla="*/ 4005232 w 4537632"/>
              <a:gd name="connsiteY2" fmla="*/ 4109586 h 4568605"/>
              <a:gd name="connsiteX3" fmla="*/ 47418 w 4537632"/>
              <a:gd name="connsiteY3" fmla="*/ 4568605 h 4568605"/>
              <a:gd name="connsiteX4" fmla="*/ 23258 w 4537632"/>
              <a:gd name="connsiteY4" fmla="*/ 17902 h 4568605"/>
              <a:gd name="connsiteX0" fmla="*/ 23258 w 4005232"/>
              <a:gd name="connsiteY0" fmla="*/ 433802 h 4984505"/>
              <a:gd name="connsiteX1" fmla="*/ 3971876 w 4005232"/>
              <a:gd name="connsiteY1" fmla="*/ 598 h 4984505"/>
              <a:gd name="connsiteX2" fmla="*/ 4005232 w 4005232"/>
              <a:gd name="connsiteY2" fmla="*/ 4525486 h 4984505"/>
              <a:gd name="connsiteX3" fmla="*/ 47418 w 4005232"/>
              <a:gd name="connsiteY3" fmla="*/ 4984505 h 4984505"/>
              <a:gd name="connsiteX4" fmla="*/ 23258 w 4005232"/>
              <a:gd name="connsiteY4" fmla="*/ 433802 h 4984505"/>
              <a:gd name="connsiteX0" fmla="*/ 23258 w 4268224"/>
              <a:gd name="connsiteY0" fmla="*/ 139829 h 4690532"/>
              <a:gd name="connsiteX1" fmla="*/ 4268224 w 4268224"/>
              <a:gd name="connsiteY1" fmla="*/ 2973 h 4690532"/>
              <a:gd name="connsiteX2" fmla="*/ 4005232 w 4268224"/>
              <a:gd name="connsiteY2" fmla="*/ 4231513 h 4690532"/>
              <a:gd name="connsiteX3" fmla="*/ 47418 w 4268224"/>
              <a:gd name="connsiteY3" fmla="*/ 4690532 h 4690532"/>
              <a:gd name="connsiteX4" fmla="*/ 23258 w 4268224"/>
              <a:gd name="connsiteY4" fmla="*/ 139829 h 4690532"/>
              <a:gd name="connsiteX0" fmla="*/ 23258 w 4341992"/>
              <a:gd name="connsiteY0" fmla="*/ 139829 h 4690532"/>
              <a:gd name="connsiteX1" fmla="*/ 4268224 w 4341992"/>
              <a:gd name="connsiteY1" fmla="*/ 2973 h 4690532"/>
              <a:gd name="connsiteX2" fmla="*/ 4341992 w 4341992"/>
              <a:gd name="connsiteY2" fmla="*/ 4568273 h 4690532"/>
              <a:gd name="connsiteX3" fmla="*/ 47418 w 4341992"/>
              <a:gd name="connsiteY3" fmla="*/ 4690532 h 4690532"/>
              <a:gd name="connsiteX4" fmla="*/ 23258 w 4341992"/>
              <a:gd name="connsiteY4" fmla="*/ 139829 h 4690532"/>
              <a:gd name="connsiteX0" fmla="*/ 0 w 4362735"/>
              <a:gd name="connsiteY0" fmla="*/ 27133 h 4823281"/>
              <a:gd name="connsiteX1" fmla="*/ 4288967 w 4362735"/>
              <a:gd name="connsiteY1" fmla="*/ 135722 h 4823281"/>
              <a:gd name="connsiteX2" fmla="*/ 4362735 w 4362735"/>
              <a:gd name="connsiteY2" fmla="*/ 4701022 h 4823281"/>
              <a:gd name="connsiteX3" fmla="*/ 68161 w 4362735"/>
              <a:gd name="connsiteY3" fmla="*/ 4823281 h 4823281"/>
              <a:gd name="connsiteX4" fmla="*/ 0 w 4362735"/>
              <a:gd name="connsiteY4" fmla="*/ 27133 h 4823281"/>
              <a:gd name="connsiteX0" fmla="*/ -1 w 4350999"/>
              <a:gd name="connsiteY0" fmla="*/ 34255 h 4776850"/>
              <a:gd name="connsiteX1" fmla="*/ 4277231 w 4350999"/>
              <a:gd name="connsiteY1" fmla="*/ 89291 h 4776850"/>
              <a:gd name="connsiteX2" fmla="*/ 4350999 w 4350999"/>
              <a:gd name="connsiteY2" fmla="*/ 4654591 h 4776850"/>
              <a:gd name="connsiteX3" fmla="*/ 56425 w 4350999"/>
              <a:gd name="connsiteY3" fmla="*/ 4776850 h 4776850"/>
              <a:gd name="connsiteX4" fmla="*/ -1 w 4350999"/>
              <a:gd name="connsiteY4" fmla="*/ 34255 h 4776850"/>
              <a:gd name="connsiteX0" fmla="*/ 25810 w 4376810"/>
              <a:gd name="connsiteY0" fmla="*/ 34255 h 4687593"/>
              <a:gd name="connsiteX1" fmla="*/ 4303042 w 4376810"/>
              <a:gd name="connsiteY1" fmla="*/ 89291 h 4687593"/>
              <a:gd name="connsiteX2" fmla="*/ 4376810 w 4376810"/>
              <a:gd name="connsiteY2" fmla="*/ 4654591 h 4687593"/>
              <a:gd name="connsiteX3" fmla="*/ 47033 w 4376810"/>
              <a:gd name="connsiteY3" fmla="*/ 4687595 h 4687593"/>
              <a:gd name="connsiteX4" fmla="*/ 25810 w 4376810"/>
              <a:gd name="connsiteY4" fmla="*/ 34255 h 4687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76810" h="4687593">
                <a:moveTo>
                  <a:pt x="25810" y="34255"/>
                </a:moveTo>
                <a:cubicBezTo>
                  <a:pt x="1909548" y="-61535"/>
                  <a:pt x="2450093" y="72186"/>
                  <a:pt x="4303042" y="89291"/>
                </a:cubicBezTo>
                <a:lnTo>
                  <a:pt x="4376810" y="4654591"/>
                </a:lnTo>
                <a:lnTo>
                  <a:pt x="47033" y="4687595"/>
                </a:lnTo>
                <a:cubicBezTo>
                  <a:pt x="-106915" y="3276799"/>
                  <a:pt x="179758" y="1445051"/>
                  <a:pt x="25810" y="34255"/>
                </a:cubicBezTo>
                <a:close/>
              </a:path>
            </a:pathLst>
          </a:custGeom>
          <a:gradFill flip="none" rotWithShape="1">
            <a:gsLst>
              <a:gs pos="100000">
                <a:srgbClr val="0D385A">
                  <a:alpha val="0"/>
                </a:srgbClr>
              </a:gs>
              <a:gs pos="53000">
                <a:srgbClr val="02294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0" name="矩形 18"/>
          <p:cNvSpPr/>
          <p:nvPr/>
        </p:nvSpPr>
        <p:spPr>
          <a:xfrm rot="2700000">
            <a:off x="4286029" y="2645661"/>
            <a:ext cx="2009791" cy="1414944"/>
          </a:xfrm>
          <a:custGeom>
            <a:avLst/>
            <a:gdLst>
              <a:gd name="connsiteX0" fmla="*/ 0 w 5138057"/>
              <a:gd name="connsiteY0" fmla="*/ 0 h 2641600"/>
              <a:gd name="connsiteX1" fmla="*/ 5138057 w 5138057"/>
              <a:gd name="connsiteY1" fmla="*/ 0 h 2641600"/>
              <a:gd name="connsiteX2" fmla="*/ 5138057 w 5138057"/>
              <a:gd name="connsiteY2" fmla="*/ 2641600 h 2641600"/>
              <a:gd name="connsiteX3" fmla="*/ 0 w 5138057"/>
              <a:gd name="connsiteY3" fmla="*/ 2641600 h 2641600"/>
              <a:gd name="connsiteX4" fmla="*/ 0 w 5138057"/>
              <a:gd name="connsiteY4" fmla="*/ 0 h 2641600"/>
              <a:gd name="connsiteX0" fmla="*/ 0 w 5907793"/>
              <a:gd name="connsiteY0" fmla="*/ 1652367 h 4293967"/>
              <a:gd name="connsiteX1" fmla="*/ 5907793 w 5907793"/>
              <a:gd name="connsiteY1" fmla="*/ 0 h 4293967"/>
              <a:gd name="connsiteX2" fmla="*/ 5138057 w 5907793"/>
              <a:gd name="connsiteY2" fmla="*/ 4293967 h 4293967"/>
              <a:gd name="connsiteX3" fmla="*/ 0 w 5907793"/>
              <a:gd name="connsiteY3" fmla="*/ 4293967 h 4293967"/>
              <a:gd name="connsiteX4" fmla="*/ 0 w 5907793"/>
              <a:gd name="connsiteY4" fmla="*/ 1652367 h 4293967"/>
              <a:gd name="connsiteX0" fmla="*/ 71842 w 5907793"/>
              <a:gd name="connsiteY0" fmla="*/ 738947 h 4293967"/>
              <a:gd name="connsiteX1" fmla="*/ 5907793 w 5907793"/>
              <a:gd name="connsiteY1" fmla="*/ 0 h 4293967"/>
              <a:gd name="connsiteX2" fmla="*/ 5138057 w 5907793"/>
              <a:gd name="connsiteY2" fmla="*/ 4293967 h 4293967"/>
              <a:gd name="connsiteX3" fmla="*/ 0 w 5907793"/>
              <a:gd name="connsiteY3" fmla="*/ 4293967 h 4293967"/>
              <a:gd name="connsiteX4" fmla="*/ 71842 w 5907793"/>
              <a:gd name="connsiteY4" fmla="*/ 738947 h 4293967"/>
              <a:gd name="connsiteX0" fmla="*/ 102630 w 5938581"/>
              <a:gd name="connsiteY0" fmla="*/ 738947 h 4293967"/>
              <a:gd name="connsiteX1" fmla="*/ 5938581 w 5938581"/>
              <a:gd name="connsiteY1" fmla="*/ 0 h 4293967"/>
              <a:gd name="connsiteX2" fmla="*/ 5168845 w 5938581"/>
              <a:gd name="connsiteY2" fmla="*/ 4293967 h 4293967"/>
              <a:gd name="connsiteX3" fmla="*/ 0 w 5938581"/>
              <a:gd name="connsiteY3" fmla="*/ 4119494 h 4293967"/>
              <a:gd name="connsiteX4" fmla="*/ 102630 w 5938581"/>
              <a:gd name="connsiteY4" fmla="*/ 738947 h 4293967"/>
              <a:gd name="connsiteX0" fmla="*/ 102630 w 5938581"/>
              <a:gd name="connsiteY0" fmla="*/ 738947 h 4119494"/>
              <a:gd name="connsiteX1" fmla="*/ 5938581 w 5938581"/>
              <a:gd name="connsiteY1" fmla="*/ 0 h 4119494"/>
              <a:gd name="connsiteX2" fmla="*/ 5271477 w 5938581"/>
              <a:gd name="connsiteY2" fmla="*/ 3555020 h 4119494"/>
              <a:gd name="connsiteX3" fmla="*/ 0 w 5938581"/>
              <a:gd name="connsiteY3" fmla="*/ 4119494 h 4119494"/>
              <a:gd name="connsiteX4" fmla="*/ 102630 w 5938581"/>
              <a:gd name="connsiteY4" fmla="*/ 738947 h 4119494"/>
              <a:gd name="connsiteX0" fmla="*/ 0 w 5959107"/>
              <a:gd name="connsiteY0" fmla="*/ 246316 h 4119494"/>
              <a:gd name="connsiteX1" fmla="*/ 5959107 w 5959107"/>
              <a:gd name="connsiteY1" fmla="*/ 0 h 4119494"/>
              <a:gd name="connsiteX2" fmla="*/ 5292003 w 5959107"/>
              <a:gd name="connsiteY2" fmla="*/ 3555020 h 4119494"/>
              <a:gd name="connsiteX3" fmla="*/ 20526 w 5959107"/>
              <a:gd name="connsiteY3" fmla="*/ 4119494 h 4119494"/>
              <a:gd name="connsiteX4" fmla="*/ 0 w 5959107"/>
              <a:gd name="connsiteY4" fmla="*/ 246316 h 4119494"/>
              <a:gd name="connsiteX0" fmla="*/ 0 w 5959107"/>
              <a:gd name="connsiteY0" fmla="*/ 246316 h 4591598"/>
              <a:gd name="connsiteX1" fmla="*/ 5959107 w 5959107"/>
              <a:gd name="connsiteY1" fmla="*/ 0 h 4591598"/>
              <a:gd name="connsiteX2" fmla="*/ 5292003 w 5959107"/>
              <a:gd name="connsiteY2" fmla="*/ 3555020 h 4591598"/>
              <a:gd name="connsiteX3" fmla="*/ 82104 w 5959107"/>
              <a:gd name="connsiteY3" fmla="*/ 4591598 h 4591598"/>
              <a:gd name="connsiteX4" fmla="*/ 0 w 5959107"/>
              <a:gd name="connsiteY4" fmla="*/ 246316 h 4591598"/>
              <a:gd name="connsiteX0" fmla="*/ 123159 w 6082266"/>
              <a:gd name="connsiteY0" fmla="*/ 246316 h 3750020"/>
              <a:gd name="connsiteX1" fmla="*/ 6082266 w 6082266"/>
              <a:gd name="connsiteY1" fmla="*/ 0 h 3750020"/>
              <a:gd name="connsiteX2" fmla="*/ 5415162 w 6082266"/>
              <a:gd name="connsiteY2" fmla="*/ 3555020 h 3750020"/>
              <a:gd name="connsiteX3" fmla="*/ 0 w 6082266"/>
              <a:gd name="connsiteY3" fmla="*/ 3750020 h 3750020"/>
              <a:gd name="connsiteX4" fmla="*/ 123159 w 6082266"/>
              <a:gd name="connsiteY4" fmla="*/ 246316 h 3750020"/>
              <a:gd name="connsiteX0" fmla="*/ 92369 w 6051476"/>
              <a:gd name="connsiteY0" fmla="*/ 246316 h 3555021"/>
              <a:gd name="connsiteX1" fmla="*/ 6051476 w 6051476"/>
              <a:gd name="connsiteY1" fmla="*/ 0 h 3555021"/>
              <a:gd name="connsiteX2" fmla="*/ 5384372 w 6051476"/>
              <a:gd name="connsiteY2" fmla="*/ 3555020 h 3555021"/>
              <a:gd name="connsiteX3" fmla="*/ 0 w 6051476"/>
              <a:gd name="connsiteY3" fmla="*/ 3555021 h 3555021"/>
              <a:gd name="connsiteX4" fmla="*/ 92369 w 6051476"/>
              <a:gd name="connsiteY4" fmla="*/ 246316 h 3555021"/>
              <a:gd name="connsiteX0" fmla="*/ 390000 w 6051476"/>
              <a:gd name="connsiteY0" fmla="*/ 0 h 3708967"/>
              <a:gd name="connsiteX1" fmla="*/ 6051476 w 6051476"/>
              <a:gd name="connsiteY1" fmla="*/ 153946 h 3708967"/>
              <a:gd name="connsiteX2" fmla="*/ 5384372 w 6051476"/>
              <a:gd name="connsiteY2" fmla="*/ 3708966 h 3708967"/>
              <a:gd name="connsiteX3" fmla="*/ 0 w 6051476"/>
              <a:gd name="connsiteY3" fmla="*/ 3708967 h 3708967"/>
              <a:gd name="connsiteX4" fmla="*/ 390000 w 6051476"/>
              <a:gd name="connsiteY4" fmla="*/ 0 h 3708967"/>
              <a:gd name="connsiteX0" fmla="*/ 451579 w 6051476"/>
              <a:gd name="connsiteY0" fmla="*/ 0 h 3750019"/>
              <a:gd name="connsiteX1" fmla="*/ 6051476 w 6051476"/>
              <a:gd name="connsiteY1" fmla="*/ 194998 h 3750019"/>
              <a:gd name="connsiteX2" fmla="*/ 5384372 w 6051476"/>
              <a:gd name="connsiteY2" fmla="*/ 3750018 h 3750019"/>
              <a:gd name="connsiteX3" fmla="*/ 0 w 6051476"/>
              <a:gd name="connsiteY3" fmla="*/ 3750019 h 3750019"/>
              <a:gd name="connsiteX4" fmla="*/ 451579 w 6051476"/>
              <a:gd name="connsiteY4" fmla="*/ 0 h 3750019"/>
              <a:gd name="connsiteX0" fmla="*/ 0 w 5599897"/>
              <a:gd name="connsiteY0" fmla="*/ 0 h 4447913"/>
              <a:gd name="connsiteX1" fmla="*/ 5599897 w 5599897"/>
              <a:gd name="connsiteY1" fmla="*/ 194998 h 4447913"/>
              <a:gd name="connsiteX2" fmla="*/ 4932793 w 5599897"/>
              <a:gd name="connsiteY2" fmla="*/ 3750018 h 4447913"/>
              <a:gd name="connsiteX3" fmla="*/ 410526 w 5599897"/>
              <a:gd name="connsiteY3" fmla="*/ 4447913 h 4447913"/>
              <a:gd name="connsiteX4" fmla="*/ 0 w 5599897"/>
              <a:gd name="connsiteY4" fmla="*/ 0 h 4447913"/>
              <a:gd name="connsiteX0" fmla="*/ 0 w 5599897"/>
              <a:gd name="connsiteY0" fmla="*/ 0 h 4376071"/>
              <a:gd name="connsiteX1" fmla="*/ 5599897 w 5599897"/>
              <a:gd name="connsiteY1" fmla="*/ 194998 h 4376071"/>
              <a:gd name="connsiteX2" fmla="*/ 4932793 w 5599897"/>
              <a:gd name="connsiteY2" fmla="*/ 3750018 h 4376071"/>
              <a:gd name="connsiteX3" fmla="*/ 502894 w 5599897"/>
              <a:gd name="connsiteY3" fmla="*/ 4376071 h 4376071"/>
              <a:gd name="connsiteX4" fmla="*/ 0 w 5599897"/>
              <a:gd name="connsiteY4" fmla="*/ 0 h 4376071"/>
              <a:gd name="connsiteX0" fmla="*/ 0 w 5558846"/>
              <a:gd name="connsiteY0" fmla="*/ 0 h 4232387"/>
              <a:gd name="connsiteX1" fmla="*/ 5558846 w 5558846"/>
              <a:gd name="connsiteY1" fmla="*/ 51314 h 4232387"/>
              <a:gd name="connsiteX2" fmla="*/ 4891742 w 5558846"/>
              <a:gd name="connsiteY2" fmla="*/ 3606334 h 4232387"/>
              <a:gd name="connsiteX3" fmla="*/ 461843 w 5558846"/>
              <a:gd name="connsiteY3" fmla="*/ 4232387 h 4232387"/>
              <a:gd name="connsiteX4" fmla="*/ 0 w 5558846"/>
              <a:gd name="connsiteY4" fmla="*/ 0 h 4232387"/>
              <a:gd name="connsiteX0" fmla="*/ 0 w 5558846"/>
              <a:gd name="connsiteY0" fmla="*/ 34887 h 4267274"/>
              <a:gd name="connsiteX1" fmla="*/ 5558846 w 5558846"/>
              <a:gd name="connsiteY1" fmla="*/ 86201 h 4267274"/>
              <a:gd name="connsiteX2" fmla="*/ 4891742 w 5558846"/>
              <a:gd name="connsiteY2" fmla="*/ 3641221 h 4267274"/>
              <a:gd name="connsiteX3" fmla="*/ 461843 w 5558846"/>
              <a:gd name="connsiteY3" fmla="*/ 4267274 h 4267274"/>
              <a:gd name="connsiteX4" fmla="*/ 0 w 5558846"/>
              <a:gd name="connsiteY4" fmla="*/ 34887 h 4267274"/>
              <a:gd name="connsiteX0" fmla="*/ 600593 w 5114967"/>
              <a:gd name="connsiteY0" fmla="*/ 17902 h 4439290"/>
              <a:gd name="connsiteX1" fmla="*/ 5114967 w 5114967"/>
              <a:gd name="connsiteY1" fmla="*/ 258217 h 4439290"/>
              <a:gd name="connsiteX2" fmla="*/ 4447863 w 5114967"/>
              <a:gd name="connsiteY2" fmla="*/ 3813237 h 4439290"/>
              <a:gd name="connsiteX3" fmla="*/ 17964 w 5114967"/>
              <a:gd name="connsiteY3" fmla="*/ 4439290 h 4439290"/>
              <a:gd name="connsiteX4" fmla="*/ 600593 w 5114967"/>
              <a:gd name="connsiteY4" fmla="*/ 17902 h 4439290"/>
              <a:gd name="connsiteX0" fmla="*/ 23258 w 4537632"/>
              <a:gd name="connsiteY0" fmla="*/ 17902 h 4568605"/>
              <a:gd name="connsiteX1" fmla="*/ 4537632 w 4537632"/>
              <a:gd name="connsiteY1" fmla="*/ 258217 h 4568605"/>
              <a:gd name="connsiteX2" fmla="*/ 3870528 w 4537632"/>
              <a:gd name="connsiteY2" fmla="*/ 3813237 h 4568605"/>
              <a:gd name="connsiteX3" fmla="*/ 47418 w 4537632"/>
              <a:gd name="connsiteY3" fmla="*/ 4568605 h 4568605"/>
              <a:gd name="connsiteX4" fmla="*/ 23258 w 4537632"/>
              <a:gd name="connsiteY4" fmla="*/ 17902 h 4568605"/>
              <a:gd name="connsiteX0" fmla="*/ 23258 w 4537632"/>
              <a:gd name="connsiteY0" fmla="*/ 17902 h 4568605"/>
              <a:gd name="connsiteX1" fmla="*/ 4537632 w 4537632"/>
              <a:gd name="connsiteY1" fmla="*/ 258217 h 4568605"/>
              <a:gd name="connsiteX2" fmla="*/ 4005232 w 4537632"/>
              <a:gd name="connsiteY2" fmla="*/ 4109586 h 4568605"/>
              <a:gd name="connsiteX3" fmla="*/ 47418 w 4537632"/>
              <a:gd name="connsiteY3" fmla="*/ 4568605 h 4568605"/>
              <a:gd name="connsiteX4" fmla="*/ 23258 w 4537632"/>
              <a:gd name="connsiteY4" fmla="*/ 17902 h 4568605"/>
              <a:gd name="connsiteX0" fmla="*/ 23258 w 4005232"/>
              <a:gd name="connsiteY0" fmla="*/ 433802 h 4984505"/>
              <a:gd name="connsiteX1" fmla="*/ 3971876 w 4005232"/>
              <a:gd name="connsiteY1" fmla="*/ 598 h 4984505"/>
              <a:gd name="connsiteX2" fmla="*/ 4005232 w 4005232"/>
              <a:gd name="connsiteY2" fmla="*/ 4525486 h 4984505"/>
              <a:gd name="connsiteX3" fmla="*/ 47418 w 4005232"/>
              <a:gd name="connsiteY3" fmla="*/ 4984505 h 4984505"/>
              <a:gd name="connsiteX4" fmla="*/ 23258 w 4005232"/>
              <a:gd name="connsiteY4" fmla="*/ 433802 h 4984505"/>
              <a:gd name="connsiteX0" fmla="*/ 23258 w 4268224"/>
              <a:gd name="connsiteY0" fmla="*/ 139829 h 4690532"/>
              <a:gd name="connsiteX1" fmla="*/ 4268224 w 4268224"/>
              <a:gd name="connsiteY1" fmla="*/ 2973 h 4690532"/>
              <a:gd name="connsiteX2" fmla="*/ 4005232 w 4268224"/>
              <a:gd name="connsiteY2" fmla="*/ 4231513 h 4690532"/>
              <a:gd name="connsiteX3" fmla="*/ 47418 w 4268224"/>
              <a:gd name="connsiteY3" fmla="*/ 4690532 h 4690532"/>
              <a:gd name="connsiteX4" fmla="*/ 23258 w 4268224"/>
              <a:gd name="connsiteY4" fmla="*/ 139829 h 4690532"/>
              <a:gd name="connsiteX0" fmla="*/ 23258 w 4341992"/>
              <a:gd name="connsiteY0" fmla="*/ 139829 h 4690532"/>
              <a:gd name="connsiteX1" fmla="*/ 4268224 w 4341992"/>
              <a:gd name="connsiteY1" fmla="*/ 2973 h 4690532"/>
              <a:gd name="connsiteX2" fmla="*/ 4341992 w 4341992"/>
              <a:gd name="connsiteY2" fmla="*/ 4568273 h 4690532"/>
              <a:gd name="connsiteX3" fmla="*/ 47418 w 4341992"/>
              <a:gd name="connsiteY3" fmla="*/ 4690532 h 4690532"/>
              <a:gd name="connsiteX4" fmla="*/ 23258 w 4341992"/>
              <a:gd name="connsiteY4" fmla="*/ 139829 h 4690532"/>
              <a:gd name="connsiteX0" fmla="*/ 0 w 4362735"/>
              <a:gd name="connsiteY0" fmla="*/ 27133 h 4823281"/>
              <a:gd name="connsiteX1" fmla="*/ 4288967 w 4362735"/>
              <a:gd name="connsiteY1" fmla="*/ 135722 h 4823281"/>
              <a:gd name="connsiteX2" fmla="*/ 4362735 w 4362735"/>
              <a:gd name="connsiteY2" fmla="*/ 4701022 h 4823281"/>
              <a:gd name="connsiteX3" fmla="*/ 68161 w 4362735"/>
              <a:gd name="connsiteY3" fmla="*/ 4823281 h 4823281"/>
              <a:gd name="connsiteX4" fmla="*/ 0 w 4362735"/>
              <a:gd name="connsiteY4" fmla="*/ 27133 h 4823281"/>
              <a:gd name="connsiteX0" fmla="*/ -1 w 4350999"/>
              <a:gd name="connsiteY0" fmla="*/ 34255 h 4776850"/>
              <a:gd name="connsiteX1" fmla="*/ 4277231 w 4350999"/>
              <a:gd name="connsiteY1" fmla="*/ 89291 h 4776850"/>
              <a:gd name="connsiteX2" fmla="*/ 4350999 w 4350999"/>
              <a:gd name="connsiteY2" fmla="*/ 4654591 h 4776850"/>
              <a:gd name="connsiteX3" fmla="*/ 56425 w 4350999"/>
              <a:gd name="connsiteY3" fmla="*/ 4776850 h 4776850"/>
              <a:gd name="connsiteX4" fmla="*/ -1 w 4350999"/>
              <a:gd name="connsiteY4" fmla="*/ 34255 h 4776850"/>
              <a:gd name="connsiteX0" fmla="*/ 25810 w 4376810"/>
              <a:gd name="connsiteY0" fmla="*/ 34255 h 4687593"/>
              <a:gd name="connsiteX1" fmla="*/ 4303042 w 4376810"/>
              <a:gd name="connsiteY1" fmla="*/ 89291 h 4687593"/>
              <a:gd name="connsiteX2" fmla="*/ 4376810 w 4376810"/>
              <a:gd name="connsiteY2" fmla="*/ 4654591 h 4687593"/>
              <a:gd name="connsiteX3" fmla="*/ 47033 w 4376810"/>
              <a:gd name="connsiteY3" fmla="*/ 4687595 h 4687593"/>
              <a:gd name="connsiteX4" fmla="*/ 25810 w 4376810"/>
              <a:gd name="connsiteY4" fmla="*/ 34255 h 4687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76810" h="4687593">
                <a:moveTo>
                  <a:pt x="25810" y="34255"/>
                </a:moveTo>
                <a:cubicBezTo>
                  <a:pt x="1909548" y="-61535"/>
                  <a:pt x="2450093" y="72186"/>
                  <a:pt x="4303042" y="89291"/>
                </a:cubicBezTo>
                <a:lnTo>
                  <a:pt x="4376810" y="4654591"/>
                </a:lnTo>
                <a:lnTo>
                  <a:pt x="47033" y="4687595"/>
                </a:lnTo>
                <a:cubicBezTo>
                  <a:pt x="-106915" y="3276799"/>
                  <a:pt x="179758" y="1445051"/>
                  <a:pt x="25810" y="34255"/>
                </a:cubicBezTo>
                <a:close/>
              </a:path>
            </a:pathLst>
          </a:custGeom>
          <a:gradFill flip="none" rotWithShape="1">
            <a:gsLst>
              <a:gs pos="100000">
                <a:srgbClr val="0D385A">
                  <a:alpha val="0"/>
                </a:srgbClr>
              </a:gs>
              <a:gs pos="53000">
                <a:srgbClr val="02294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9" name="矩形 18"/>
          <p:cNvSpPr/>
          <p:nvPr/>
        </p:nvSpPr>
        <p:spPr>
          <a:xfrm rot="2700000">
            <a:off x="2161680" y="4165221"/>
            <a:ext cx="2009791" cy="1414944"/>
          </a:xfrm>
          <a:custGeom>
            <a:avLst/>
            <a:gdLst>
              <a:gd name="connsiteX0" fmla="*/ 0 w 5138057"/>
              <a:gd name="connsiteY0" fmla="*/ 0 h 2641600"/>
              <a:gd name="connsiteX1" fmla="*/ 5138057 w 5138057"/>
              <a:gd name="connsiteY1" fmla="*/ 0 h 2641600"/>
              <a:gd name="connsiteX2" fmla="*/ 5138057 w 5138057"/>
              <a:gd name="connsiteY2" fmla="*/ 2641600 h 2641600"/>
              <a:gd name="connsiteX3" fmla="*/ 0 w 5138057"/>
              <a:gd name="connsiteY3" fmla="*/ 2641600 h 2641600"/>
              <a:gd name="connsiteX4" fmla="*/ 0 w 5138057"/>
              <a:gd name="connsiteY4" fmla="*/ 0 h 2641600"/>
              <a:gd name="connsiteX0" fmla="*/ 0 w 5907793"/>
              <a:gd name="connsiteY0" fmla="*/ 1652367 h 4293967"/>
              <a:gd name="connsiteX1" fmla="*/ 5907793 w 5907793"/>
              <a:gd name="connsiteY1" fmla="*/ 0 h 4293967"/>
              <a:gd name="connsiteX2" fmla="*/ 5138057 w 5907793"/>
              <a:gd name="connsiteY2" fmla="*/ 4293967 h 4293967"/>
              <a:gd name="connsiteX3" fmla="*/ 0 w 5907793"/>
              <a:gd name="connsiteY3" fmla="*/ 4293967 h 4293967"/>
              <a:gd name="connsiteX4" fmla="*/ 0 w 5907793"/>
              <a:gd name="connsiteY4" fmla="*/ 1652367 h 4293967"/>
              <a:gd name="connsiteX0" fmla="*/ 71842 w 5907793"/>
              <a:gd name="connsiteY0" fmla="*/ 738947 h 4293967"/>
              <a:gd name="connsiteX1" fmla="*/ 5907793 w 5907793"/>
              <a:gd name="connsiteY1" fmla="*/ 0 h 4293967"/>
              <a:gd name="connsiteX2" fmla="*/ 5138057 w 5907793"/>
              <a:gd name="connsiteY2" fmla="*/ 4293967 h 4293967"/>
              <a:gd name="connsiteX3" fmla="*/ 0 w 5907793"/>
              <a:gd name="connsiteY3" fmla="*/ 4293967 h 4293967"/>
              <a:gd name="connsiteX4" fmla="*/ 71842 w 5907793"/>
              <a:gd name="connsiteY4" fmla="*/ 738947 h 4293967"/>
              <a:gd name="connsiteX0" fmla="*/ 102630 w 5938581"/>
              <a:gd name="connsiteY0" fmla="*/ 738947 h 4293967"/>
              <a:gd name="connsiteX1" fmla="*/ 5938581 w 5938581"/>
              <a:gd name="connsiteY1" fmla="*/ 0 h 4293967"/>
              <a:gd name="connsiteX2" fmla="*/ 5168845 w 5938581"/>
              <a:gd name="connsiteY2" fmla="*/ 4293967 h 4293967"/>
              <a:gd name="connsiteX3" fmla="*/ 0 w 5938581"/>
              <a:gd name="connsiteY3" fmla="*/ 4119494 h 4293967"/>
              <a:gd name="connsiteX4" fmla="*/ 102630 w 5938581"/>
              <a:gd name="connsiteY4" fmla="*/ 738947 h 4293967"/>
              <a:gd name="connsiteX0" fmla="*/ 102630 w 5938581"/>
              <a:gd name="connsiteY0" fmla="*/ 738947 h 4119494"/>
              <a:gd name="connsiteX1" fmla="*/ 5938581 w 5938581"/>
              <a:gd name="connsiteY1" fmla="*/ 0 h 4119494"/>
              <a:gd name="connsiteX2" fmla="*/ 5271477 w 5938581"/>
              <a:gd name="connsiteY2" fmla="*/ 3555020 h 4119494"/>
              <a:gd name="connsiteX3" fmla="*/ 0 w 5938581"/>
              <a:gd name="connsiteY3" fmla="*/ 4119494 h 4119494"/>
              <a:gd name="connsiteX4" fmla="*/ 102630 w 5938581"/>
              <a:gd name="connsiteY4" fmla="*/ 738947 h 4119494"/>
              <a:gd name="connsiteX0" fmla="*/ 0 w 5959107"/>
              <a:gd name="connsiteY0" fmla="*/ 246316 h 4119494"/>
              <a:gd name="connsiteX1" fmla="*/ 5959107 w 5959107"/>
              <a:gd name="connsiteY1" fmla="*/ 0 h 4119494"/>
              <a:gd name="connsiteX2" fmla="*/ 5292003 w 5959107"/>
              <a:gd name="connsiteY2" fmla="*/ 3555020 h 4119494"/>
              <a:gd name="connsiteX3" fmla="*/ 20526 w 5959107"/>
              <a:gd name="connsiteY3" fmla="*/ 4119494 h 4119494"/>
              <a:gd name="connsiteX4" fmla="*/ 0 w 5959107"/>
              <a:gd name="connsiteY4" fmla="*/ 246316 h 4119494"/>
              <a:gd name="connsiteX0" fmla="*/ 0 w 5959107"/>
              <a:gd name="connsiteY0" fmla="*/ 246316 h 4591598"/>
              <a:gd name="connsiteX1" fmla="*/ 5959107 w 5959107"/>
              <a:gd name="connsiteY1" fmla="*/ 0 h 4591598"/>
              <a:gd name="connsiteX2" fmla="*/ 5292003 w 5959107"/>
              <a:gd name="connsiteY2" fmla="*/ 3555020 h 4591598"/>
              <a:gd name="connsiteX3" fmla="*/ 82104 w 5959107"/>
              <a:gd name="connsiteY3" fmla="*/ 4591598 h 4591598"/>
              <a:gd name="connsiteX4" fmla="*/ 0 w 5959107"/>
              <a:gd name="connsiteY4" fmla="*/ 246316 h 4591598"/>
              <a:gd name="connsiteX0" fmla="*/ 123159 w 6082266"/>
              <a:gd name="connsiteY0" fmla="*/ 246316 h 3750020"/>
              <a:gd name="connsiteX1" fmla="*/ 6082266 w 6082266"/>
              <a:gd name="connsiteY1" fmla="*/ 0 h 3750020"/>
              <a:gd name="connsiteX2" fmla="*/ 5415162 w 6082266"/>
              <a:gd name="connsiteY2" fmla="*/ 3555020 h 3750020"/>
              <a:gd name="connsiteX3" fmla="*/ 0 w 6082266"/>
              <a:gd name="connsiteY3" fmla="*/ 3750020 h 3750020"/>
              <a:gd name="connsiteX4" fmla="*/ 123159 w 6082266"/>
              <a:gd name="connsiteY4" fmla="*/ 246316 h 3750020"/>
              <a:gd name="connsiteX0" fmla="*/ 92369 w 6051476"/>
              <a:gd name="connsiteY0" fmla="*/ 246316 h 3555021"/>
              <a:gd name="connsiteX1" fmla="*/ 6051476 w 6051476"/>
              <a:gd name="connsiteY1" fmla="*/ 0 h 3555021"/>
              <a:gd name="connsiteX2" fmla="*/ 5384372 w 6051476"/>
              <a:gd name="connsiteY2" fmla="*/ 3555020 h 3555021"/>
              <a:gd name="connsiteX3" fmla="*/ 0 w 6051476"/>
              <a:gd name="connsiteY3" fmla="*/ 3555021 h 3555021"/>
              <a:gd name="connsiteX4" fmla="*/ 92369 w 6051476"/>
              <a:gd name="connsiteY4" fmla="*/ 246316 h 3555021"/>
              <a:gd name="connsiteX0" fmla="*/ 390000 w 6051476"/>
              <a:gd name="connsiteY0" fmla="*/ 0 h 3708967"/>
              <a:gd name="connsiteX1" fmla="*/ 6051476 w 6051476"/>
              <a:gd name="connsiteY1" fmla="*/ 153946 h 3708967"/>
              <a:gd name="connsiteX2" fmla="*/ 5384372 w 6051476"/>
              <a:gd name="connsiteY2" fmla="*/ 3708966 h 3708967"/>
              <a:gd name="connsiteX3" fmla="*/ 0 w 6051476"/>
              <a:gd name="connsiteY3" fmla="*/ 3708967 h 3708967"/>
              <a:gd name="connsiteX4" fmla="*/ 390000 w 6051476"/>
              <a:gd name="connsiteY4" fmla="*/ 0 h 3708967"/>
              <a:gd name="connsiteX0" fmla="*/ 451579 w 6051476"/>
              <a:gd name="connsiteY0" fmla="*/ 0 h 3750019"/>
              <a:gd name="connsiteX1" fmla="*/ 6051476 w 6051476"/>
              <a:gd name="connsiteY1" fmla="*/ 194998 h 3750019"/>
              <a:gd name="connsiteX2" fmla="*/ 5384372 w 6051476"/>
              <a:gd name="connsiteY2" fmla="*/ 3750018 h 3750019"/>
              <a:gd name="connsiteX3" fmla="*/ 0 w 6051476"/>
              <a:gd name="connsiteY3" fmla="*/ 3750019 h 3750019"/>
              <a:gd name="connsiteX4" fmla="*/ 451579 w 6051476"/>
              <a:gd name="connsiteY4" fmla="*/ 0 h 3750019"/>
              <a:gd name="connsiteX0" fmla="*/ 0 w 5599897"/>
              <a:gd name="connsiteY0" fmla="*/ 0 h 4447913"/>
              <a:gd name="connsiteX1" fmla="*/ 5599897 w 5599897"/>
              <a:gd name="connsiteY1" fmla="*/ 194998 h 4447913"/>
              <a:gd name="connsiteX2" fmla="*/ 4932793 w 5599897"/>
              <a:gd name="connsiteY2" fmla="*/ 3750018 h 4447913"/>
              <a:gd name="connsiteX3" fmla="*/ 410526 w 5599897"/>
              <a:gd name="connsiteY3" fmla="*/ 4447913 h 4447913"/>
              <a:gd name="connsiteX4" fmla="*/ 0 w 5599897"/>
              <a:gd name="connsiteY4" fmla="*/ 0 h 4447913"/>
              <a:gd name="connsiteX0" fmla="*/ 0 w 5599897"/>
              <a:gd name="connsiteY0" fmla="*/ 0 h 4376071"/>
              <a:gd name="connsiteX1" fmla="*/ 5599897 w 5599897"/>
              <a:gd name="connsiteY1" fmla="*/ 194998 h 4376071"/>
              <a:gd name="connsiteX2" fmla="*/ 4932793 w 5599897"/>
              <a:gd name="connsiteY2" fmla="*/ 3750018 h 4376071"/>
              <a:gd name="connsiteX3" fmla="*/ 502894 w 5599897"/>
              <a:gd name="connsiteY3" fmla="*/ 4376071 h 4376071"/>
              <a:gd name="connsiteX4" fmla="*/ 0 w 5599897"/>
              <a:gd name="connsiteY4" fmla="*/ 0 h 4376071"/>
              <a:gd name="connsiteX0" fmla="*/ 0 w 5558846"/>
              <a:gd name="connsiteY0" fmla="*/ 0 h 4232387"/>
              <a:gd name="connsiteX1" fmla="*/ 5558846 w 5558846"/>
              <a:gd name="connsiteY1" fmla="*/ 51314 h 4232387"/>
              <a:gd name="connsiteX2" fmla="*/ 4891742 w 5558846"/>
              <a:gd name="connsiteY2" fmla="*/ 3606334 h 4232387"/>
              <a:gd name="connsiteX3" fmla="*/ 461843 w 5558846"/>
              <a:gd name="connsiteY3" fmla="*/ 4232387 h 4232387"/>
              <a:gd name="connsiteX4" fmla="*/ 0 w 5558846"/>
              <a:gd name="connsiteY4" fmla="*/ 0 h 4232387"/>
              <a:gd name="connsiteX0" fmla="*/ 0 w 5558846"/>
              <a:gd name="connsiteY0" fmla="*/ 34887 h 4267274"/>
              <a:gd name="connsiteX1" fmla="*/ 5558846 w 5558846"/>
              <a:gd name="connsiteY1" fmla="*/ 86201 h 4267274"/>
              <a:gd name="connsiteX2" fmla="*/ 4891742 w 5558846"/>
              <a:gd name="connsiteY2" fmla="*/ 3641221 h 4267274"/>
              <a:gd name="connsiteX3" fmla="*/ 461843 w 5558846"/>
              <a:gd name="connsiteY3" fmla="*/ 4267274 h 4267274"/>
              <a:gd name="connsiteX4" fmla="*/ 0 w 5558846"/>
              <a:gd name="connsiteY4" fmla="*/ 34887 h 4267274"/>
              <a:gd name="connsiteX0" fmla="*/ 600593 w 5114967"/>
              <a:gd name="connsiteY0" fmla="*/ 17902 h 4439290"/>
              <a:gd name="connsiteX1" fmla="*/ 5114967 w 5114967"/>
              <a:gd name="connsiteY1" fmla="*/ 258217 h 4439290"/>
              <a:gd name="connsiteX2" fmla="*/ 4447863 w 5114967"/>
              <a:gd name="connsiteY2" fmla="*/ 3813237 h 4439290"/>
              <a:gd name="connsiteX3" fmla="*/ 17964 w 5114967"/>
              <a:gd name="connsiteY3" fmla="*/ 4439290 h 4439290"/>
              <a:gd name="connsiteX4" fmla="*/ 600593 w 5114967"/>
              <a:gd name="connsiteY4" fmla="*/ 17902 h 4439290"/>
              <a:gd name="connsiteX0" fmla="*/ 23258 w 4537632"/>
              <a:gd name="connsiteY0" fmla="*/ 17902 h 4568605"/>
              <a:gd name="connsiteX1" fmla="*/ 4537632 w 4537632"/>
              <a:gd name="connsiteY1" fmla="*/ 258217 h 4568605"/>
              <a:gd name="connsiteX2" fmla="*/ 3870528 w 4537632"/>
              <a:gd name="connsiteY2" fmla="*/ 3813237 h 4568605"/>
              <a:gd name="connsiteX3" fmla="*/ 47418 w 4537632"/>
              <a:gd name="connsiteY3" fmla="*/ 4568605 h 4568605"/>
              <a:gd name="connsiteX4" fmla="*/ 23258 w 4537632"/>
              <a:gd name="connsiteY4" fmla="*/ 17902 h 4568605"/>
              <a:gd name="connsiteX0" fmla="*/ 23258 w 4537632"/>
              <a:gd name="connsiteY0" fmla="*/ 17902 h 4568605"/>
              <a:gd name="connsiteX1" fmla="*/ 4537632 w 4537632"/>
              <a:gd name="connsiteY1" fmla="*/ 258217 h 4568605"/>
              <a:gd name="connsiteX2" fmla="*/ 4005232 w 4537632"/>
              <a:gd name="connsiteY2" fmla="*/ 4109586 h 4568605"/>
              <a:gd name="connsiteX3" fmla="*/ 47418 w 4537632"/>
              <a:gd name="connsiteY3" fmla="*/ 4568605 h 4568605"/>
              <a:gd name="connsiteX4" fmla="*/ 23258 w 4537632"/>
              <a:gd name="connsiteY4" fmla="*/ 17902 h 4568605"/>
              <a:gd name="connsiteX0" fmla="*/ 23258 w 4005232"/>
              <a:gd name="connsiteY0" fmla="*/ 433802 h 4984505"/>
              <a:gd name="connsiteX1" fmla="*/ 3971876 w 4005232"/>
              <a:gd name="connsiteY1" fmla="*/ 598 h 4984505"/>
              <a:gd name="connsiteX2" fmla="*/ 4005232 w 4005232"/>
              <a:gd name="connsiteY2" fmla="*/ 4525486 h 4984505"/>
              <a:gd name="connsiteX3" fmla="*/ 47418 w 4005232"/>
              <a:gd name="connsiteY3" fmla="*/ 4984505 h 4984505"/>
              <a:gd name="connsiteX4" fmla="*/ 23258 w 4005232"/>
              <a:gd name="connsiteY4" fmla="*/ 433802 h 4984505"/>
              <a:gd name="connsiteX0" fmla="*/ 23258 w 4268224"/>
              <a:gd name="connsiteY0" fmla="*/ 139829 h 4690532"/>
              <a:gd name="connsiteX1" fmla="*/ 4268224 w 4268224"/>
              <a:gd name="connsiteY1" fmla="*/ 2973 h 4690532"/>
              <a:gd name="connsiteX2" fmla="*/ 4005232 w 4268224"/>
              <a:gd name="connsiteY2" fmla="*/ 4231513 h 4690532"/>
              <a:gd name="connsiteX3" fmla="*/ 47418 w 4268224"/>
              <a:gd name="connsiteY3" fmla="*/ 4690532 h 4690532"/>
              <a:gd name="connsiteX4" fmla="*/ 23258 w 4268224"/>
              <a:gd name="connsiteY4" fmla="*/ 139829 h 4690532"/>
              <a:gd name="connsiteX0" fmla="*/ 23258 w 4341992"/>
              <a:gd name="connsiteY0" fmla="*/ 139829 h 4690532"/>
              <a:gd name="connsiteX1" fmla="*/ 4268224 w 4341992"/>
              <a:gd name="connsiteY1" fmla="*/ 2973 h 4690532"/>
              <a:gd name="connsiteX2" fmla="*/ 4341992 w 4341992"/>
              <a:gd name="connsiteY2" fmla="*/ 4568273 h 4690532"/>
              <a:gd name="connsiteX3" fmla="*/ 47418 w 4341992"/>
              <a:gd name="connsiteY3" fmla="*/ 4690532 h 4690532"/>
              <a:gd name="connsiteX4" fmla="*/ 23258 w 4341992"/>
              <a:gd name="connsiteY4" fmla="*/ 139829 h 4690532"/>
              <a:gd name="connsiteX0" fmla="*/ 0 w 4362735"/>
              <a:gd name="connsiteY0" fmla="*/ 27133 h 4823281"/>
              <a:gd name="connsiteX1" fmla="*/ 4288967 w 4362735"/>
              <a:gd name="connsiteY1" fmla="*/ 135722 h 4823281"/>
              <a:gd name="connsiteX2" fmla="*/ 4362735 w 4362735"/>
              <a:gd name="connsiteY2" fmla="*/ 4701022 h 4823281"/>
              <a:gd name="connsiteX3" fmla="*/ 68161 w 4362735"/>
              <a:gd name="connsiteY3" fmla="*/ 4823281 h 4823281"/>
              <a:gd name="connsiteX4" fmla="*/ 0 w 4362735"/>
              <a:gd name="connsiteY4" fmla="*/ 27133 h 4823281"/>
              <a:gd name="connsiteX0" fmla="*/ -1 w 4350999"/>
              <a:gd name="connsiteY0" fmla="*/ 34255 h 4776850"/>
              <a:gd name="connsiteX1" fmla="*/ 4277231 w 4350999"/>
              <a:gd name="connsiteY1" fmla="*/ 89291 h 4776850"/>
              <a:gd name="connsiteX2" fmla="*/ 4350999 w 4350999"/>
              <a:gd name="connsiteY2" fmla="*/ 4654591 h 4776850"/>
              <a:gd name="connsiteX3" fmla="*/ 56425 w 4350999"/>
              <a:gd name="connsiteY3" fmla="*/ 4776850 h 4776850"/>
              <a:gd name="connsiteX4" fmla="*/ -1 w 4350999"/>
              <a:gd name="connsiteY4" fmla="*/ 34255 h 4776850"/>
              <a:gd name="connsiteX0" fmla="*/ 25810 w 4376810"/>
              <a:gd name="connsiteY0" fmla="*/ 34255 h 4687593"/>
              <a:gd name="connsiteX1" fmla="*/ 4303042 w 4376810"/>
              <a:gd name="connsiteY1" fmla="*/ 89291 h 4687593"/>
              <a:gd name="connsiteX2" fmla="*/ 4376810 w 4376810"/>
              <a:gd name="connsiteY2" fmla="*/ 4654591 h 4687593"/>
              <a:gd name="connsiteX3" fmla="*/ 47033 w 4376810"/>
              <a:gd name="connsiteY3" fmla="*/ 4687595 h 4687593"/>
              <a:gd name="connsiteX4" fmla="*/ 25810 w 4376810"/>
              <a:gd name="connsiteY4" fmla="*/ 34255 h 4687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76810" h="4687593">
                <a:moveTo>
                  <a:pt x="25810" y="34255"/>
                </a:moveTo>
                <a:cubicBezTo>
                  <a:pt x="1909548" y="-61535"/>
                  <a:pt x="2450093" y="72186"/>
                  <a:pt x="4303042" y="89291"/>
                </a:cubicBezTo>
                <a:lnTo>
                  <a:pt x="4376810" y="4654591"/>
                </a:lnTo>
                <a:lnTo>
                  <a:pt x="47033" y="4687595"/>
                </a:lnTo>
                <a:cubicBezTo>
                  <a:pt x="-106915" y="3276799"/>
                  <a:pt x="179758" y="1445051"/>
                  <a:pt x="25810" y="34255"/>
                </a:cubicBezTo>
                <a:close/>
              </a:path>
            </a:pathLst>
          </a:custGeom>
          <a:gradFill flip="none" rotWithShape="1">
            <a:gsLst>
              <a:gs pos="100000">
                <a:srgbClr val="0D385A">
                  <a:alpha val="0"/>
                </a:srgbClr>
              </a:gs>
              <a:gs pos="53000">
                <a:srgbClr val="02294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1" name="椭圆 60"/>
          <p:cNvSpPr/>
          <p:nvPr/>
        </p:nvSpPr>
        <p:spPr>
          <a:xfrm>
            <a:off x="8409126" y="2065992"/>
            <a:ext cx="1392100" cy="13921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64" name="椭圆 63"/>
          <p:cNvSpPr/>
          <p:nvPr/>
        </p:nvSpPr>
        <p:spPr>
          <a:xfrm>
            <a:off x="6204444" y="3517416"/>
            <a:ext cx="1392100" cy="13921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67" name="椭圆 66"/>
          <p:cNvSpPr/>
          <p:nvPr/>
        </p:nvSpPr>
        <p:spPr>
          <a:xfrm>
            <a:off x="3999761" y="2051468"/>
            <a:ext cx="1392100" cy="13921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dirty="0">
                <a:solidFill>
                  <a:schemeClr val="tx1"/>
                </a:solidFill>
              </a:rPr>
              <a:t> </a:t>
            </a:r>
          </a:p>
        </p:txBody>
      </p:sp>
      <p:grpSp>
        <p:nvGrpSpPr>
          <p:cNvPr id="68" name="组合 67"/>
          <p:cNvGrpSpPr/>
          <p:nvPr/>
        </p:nvGrpSpPr>
        <p:grpSpPr>
          <a:xfrm>
            <a:off x="2208690" y="4097213"/>
            <a:ext cx="641016" cy="404937"/>
            <a:chOff x="1611228" y="613361"/>
            <a:chExt cx="2271455" cy="1434904"/>
          </a:xfrm>
          <a:noFill/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9" name="圆角矩形 68"/>
            <p:cNvSpPr/>
            <p:nvPr/>
          </p:nvSpPr>
          <p:spPr>
            <a:xfrm>
              <a:off x="1611228" y="613361"/>
              <a:ext cx="2271455" cy="1434904"/>
            </a:xfrm>
            <a:prstGeom prst="roundRect">
              <a:avLst/>
            </a:prstGeom>
            <a:grpFill/>
            <a:ln>
              <a:solidFill>
                <a:srgbClr val="0833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等腰三角形 69"/>
            <p:cNvSpPr/>
            <p:nvPr/>
          </p:nvSpPr>
          <p:spPr>
            <a:xfrm flipV="1">
              <a:off x="1814732" y="633046"/>
              <a:ext cx="1885071" cy="703384"/>
            </a:xfrm>
            <a:prstGeom prst="triangle">
              <a:avLst/>
            </a:prstGeom>
            <a:grpFill/>
            <a:ln>
              <a:solidFill>
                <a:srgbClr val="0833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1" name="任意多边形 70"/>
          <p:cNvSpPr/>
          <p:nvPr/>
        </p:nvSpPr>
        <p:spPr>
          <a:xfrm>
            <a:off x="4328846" y="2506222"/>
            <a:ext cx="717388" cy="533206"/>
          </a:xfrm>
          <a:custGeom>
            <a:avLst/>
            <a:gdLst>
              <a:gd name="connsiteX0" fmla="*/ 596900 w 1181100"/>
              <a:gd name="connsiteY0" fmla="*/ 0 h 877865"/>
              <a:gd name="connsiteX1" fmla="*/ 895300 w 1181100"/>
              <a:gd name="connsiteY1" fmla="*/ 197793 h 877865"/>
              <a:gd name="connsiteX2" fmla="*/ 906903 w 1181100"/>
              <a:gd name="connsiteY2" fmla="*/ 235170 h 877865"/>
              <a:gd name="connsiteX3" fmla="*/ 922517 w 1181100"/>
              <a:gd name="connsiteY3" fmla="*/ 236745 h 877865"/>
              <a:gd name="connsiteX4" fmla="*/ 1181100 w 1181100"/>
              <a:gd name="connsiteY4" fmla="*/ 554015 h 877865"/>
              <a:gd name="connsiteX5" fmla="*/ 857250 w 1181100"/>
              <a:gd name="connsiteY5" fmla="*/ 877865 h 877865"/>
              <a:gd name="connsiteX6" fmla="*/ 731193 w 1181100"/>
              <a:gd name="connsiteY6" fmla="*/ 852415 h 877865"/>
              <a:gd name="connsiteX7" fmla="*/ 719284 w 1181100"/>
              <a:gd name="connsiteY7" fmla="*/ 845951 h 877865"/>
              <a:gd name="connsiteX8" fmla="*/ 710257 w 1181100"/>
              <a:gd name="connsiteY8" fmla="*/ 850850 h 877865"/>
              <a:gd name="connsiteX9" fmla="*/ 584200 w 1181100"/>
              <a:gd name="connsiteY9" fmla="*/ 876300 h 877865"/>
              <a:gd name="connsiteX10" fmla="*/ 458143 w 1181100"/>
              <a:gd name="connsiteY10" fmla="*/ 850850 h 877865"/>
              <a:gd name="connsiteX11" fmla="*/ 454025 w 1181100"/>
              <a:gd name="connsiteY11" fmla="*/ 848615 h 877865"/>
              <a:gd name="connsiteX12" fmla="*/ 449907 w 1181100"/>
              <a:gd name="connsiteY12" fmla="*/ 850850 h 877865"/>
              <a:gd name="connsiteX13" fmla="*/ 323850 w 1181100"/>
              <a:gd name="connsiteY13" fmla="*/ 876300 h 877865"/>
              <a:gd name="connsiteX14" fmla="*/ 0 w 1181100"/>
              <a:gd name="connsiteY14" fmla="*/ 552450 h 877865"/>
              <a:gd name="connsiteX15" fmla="*/ 258583 w 1181100"/>
              <a:gd name="connsiteY15" fmla="*/ 235180 h 877865"/>
              <a:gd name="connsiteX16" fmla="*/ 287809 w 1181100"/>
              <a:gd name="connsiteY16" fmla="*/ 232233 h 877865"/>
              <a:gd name="connsiteX17" fmla="*/ 298500 w 1181100"/>
              <a:gd name="connsiteY17" fmla="*/ 197793 h 877865"/>
              <a:gd name="connsiteX18" fmla="*/ 596900 w 1181100"/>
              <a:gd name="connsiteY18" fmla="*/ 0 h 877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181100" h="877865">
                <a:moveTo>
                  <a:pt x="596900" y="0"/>
                </a:moveTo>
                <a:cubicBezTo>
                  <a:pt x="731043" y="0"/>
                  <a:pt x="846137" y="81559"/>
                  <a:pt x="895300" y="197793"/>
                </a:cubicBezTo>
                <a:lnTo>
                  <a:pt x="906903" y="235170"/>
                </a:lnTo>
                <a:lnTo>
                  <a:pt x="922517" y="236745"/>
                </a:lnTo>
                <a:cubicBezTo>
                  <a:pt x="1070090" y="266942"/>
                  <a:pt x="1181100" y="397515"/>
                  <a:pt x="1181100" y="554015"/>
                </a:cubicBezTo>
                <a:cubicBezTo>
                  <a:pt x="1181100" y="732872"/>
                  <a:pt x="1036107" y="877865"/>
                  <a:pt x="857250" y="877865"/>
                </a:cubicBezTo>
                <a:cubicBezTo>
                  <a:pt x="812536" y="877865"/>
                  <a:pt x="769938" y="868803"/>
                  <a:pt x="731193" y="852415"/>
                </a:cubicBezTo>
                <a:lnTo>
                  <a:pt x="719284" y="845951"/>
                </a:lnTo>
                <a:lnTo>
                  <a:pt x="710257" y="850850"/>
                </a:lnTo>
                <a:cubicBezTo>
                  <a:pt x="671512" y="867238"/>
                  <a:pt x="628915" y="876300"/>
                  <a:pt x="584200" y="876300"/>
                </a:cubicBezTo>
                <a:cubicBezTo>
                  <a:pt x="539486" y="876300"/>
                  <a:pt x="496888" y="867238"/>
                  <a:pt x="458143" y="850850"/>
                </a:cubicBezTo>
                <a:lnTo>
                  <a:pt x="454025" y="848615"/>
                </a:lnTo>
                <a:lnTo>
                  <a:pt x="449907" y="850850"/>
                </a:lnTo>
                <a:cubicBezTo>
                  <a:pt x="411162" y="867238"/>
                  <a:pt x="368564" y="876300"/>
                  <a:pt x="323850" y="876300"/>
                </a:cubicBezTo>
                <a:cubicBezTo>
                  <a:pt x="144993" y="876300"/>
                  <a:pt x="0" y="731307"/>
                  <a:pt x="0" y="552450"/>
                </a:cubicBezTo>
                <a:cubicBezTo>
                  <a:pt x="0" y="395950"/>
                  <a:pt x="111010" y="265377"/>
                  <a:pt x="258583" y="235180"/>
                </a:cubicBezTo>
                <a:lnTo>
                  <a:pt x="287809" y="232233"/>
                </a:lnTo>
                <a:lnTo>
                  <a:pt x="298500" y="197793"/>
                </a:lnTo>
                <a:cubicBezTo>
                  <a:pt x="347663" y="81559"/>
                  <a:pt x="462757" y="0"/>
                  <a:pt x="596900" y="0"/>
                </a:cubicBezTo>
                <a:close/>
              </a:path>
            </a:pathLst>
          </a:custGeom>
          <a:noFill/>
          <a:ln>
            <a:solidFill>
              <a:srgbClr val="073254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2" name="组合 71"/>
          <p:cNvGrpSpPr/>
          <p:nvPr/>
        </p:nvGrpSpPr>
        <p:grpSpPr>
          <a:xfrm>
            <a:off x="6685018" y="3940323"/>
            <a:ext cx="382900" cy="596900"/>
            <a:chOff x="4119949" y="838200"/>
            <a:chExt cx="627304" cy="977900"/>
          </a:xfr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3" name="圆角矩形 72"/>
            <p:cNvSpPr/>
            <p:nvPr/>
          </p:nvSpPr>
          <p:spPr>
            <a:xfrm>
              <a:off x="4119949" y="838200"/>
              <a:ext cx="627304" cy="977900"/>
            </a:xfrm>
            <a:prstGeom prst="roundRect">
              <a:avLst/>
            </a:prstGeom>
            <a:noFill/>
            <a:ln>
              <a:solidFill>
                <a:srgbClr val="05305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4" name="组合 73"/>
            <p:cNvGrpSpPr/>
            <p:nvPr/>
          </p:nvGrpSpPr>
          <p:grpSpPr>
            <a:xfrm>
              <a:off x="4175435" y="928088"/>
              <a:ext cx="486271" cy="801167"/>
              <a:chOff x="5146198" y="1110395"/>
              <a:chExt cx="579676" cy="955059"/>
            </a:xfrm>
          </p:grpSpPr>
          <p:sp>
            <p:nvSpPr>
              <p:cNvPr id="75" name="等腰三角形 74"/>
              <p:cNvSpPr/>
              <p:nvPr/>
            </p:nvSpPr>
            <p:spPr>
              <a:xfrm rot="5400000">
                <a:off x="5317648" y="1175721"/>
                <a:ext cx="473552" cy="342899"/>
              </a:xfrm>
              <a:prstGeom prst="triangle">
                <a:avLst/>
              </a:prstGeom>
              <a:noFill/>
              <a:ln>
                <a:solidFill>
                  <a:srgbClr val="05305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6" name="等腰三角形 75"/>
              <p:cNvSpPr/>
              <p:nvPr/>
            </p:nvSpPr>
            <p:spPr>
              <a:xfrm rot="5400000">
                <a:off x="5317648" y="1657228"/>
                <a:ext cx="473552" cy="342900"/>
              </a:xfrm>
              <a:prstGeom prst="triangle">
                <a:avLst/>
              </a:prstGeom>
              <a:noFill/>
              <a:ln>
                <a:solidFill>
                  <a:srgbClr val="05305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77" name="直接连接符 76"/>
              <p:cNvCxnSpPr>
                <a:stCxn id="76" idx="2"/>
              </p:cNvCxnSpPr>
              <p:nvPr/>
            </p:nvCxnSpPr>
            <p:spPr>
              <a:xfrm flipH="1" flipV="1">
                <a:off x="5146198" y="1347167"/>
                <a:ext cx="236775" cy="244731"/>
              </a:xfrm>
              <a:prstGeom prst="line">
                <a:avLst/>
              </a:prstGeom>
              <a:ln>
                <a:solidFill>
                  <a:srgbClr val="05305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77"/>
              <p:cNvCxnSpPr>
                <a:stCxn id="76" idx="2"/>
              </p:cNvCxnSpPr>
              <p:nvPr/>
            </p:nvCxnSpPr>
            <p:spPr>
              <a:xfrm flipH="1">
                <a:off x="5146198" y="1591902"/>
                <a:ext cx="236775" cy="172709"/>
              </a:xfrm>
              <a:prstGeom prst="line">
                <a:avLst/>
              </a:prstGeom>
              <a:ln>
                <a:solidFill>
                  <a:srgbClr val="05305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2" name="组合 81"/>
          <p:cNvGrpSpPr/>
          <p:nvPr/>
        </p:nvGrpSpPr>
        <p:grpSpPr>
          <a:xfrm>
            <a:off x="8553859" y="2376787"/>
            <a:ext cx="879995" cy="821124"/>
            <a:chOff x="6091761" y="617251"/>
            <a:chExt cx="1442718" cy="1346201"/>
          </a:xfrm>
          <a:noFill/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3" name="等腰三角形 79"/>
            <p:cNvSpPr/>
            <p:nvPr/>
          </p:nvSpPr>
          <p:spPr>
            <a:xfrm rot="16200000">
              <a:off x="6304720" y="973649"/>
              <a:ext cx="1028541" cy="656358"/>
            </a:xfrm>
            <a:custGeom>
              <a:avLst/>
              <a:gdLst>
                <a:gd name="connsiteX0" fmla="*/ 0 w 1028541"/>
                <a:gd name="connsiteY0" fmla="*/ 886673 h 886673"/>
                <a:gd name="connsiteX1" fmla="*/ 514271 w 1028541"/>
                <a:gd name="connsiteY1" fmla="*/ 0 h 886673"/>
                <a:gd name="connsiteX2" fmla="*/ 1028541 w 1028541"/>
                <a:gd name="connsiteY2" fmla="*/ 886673 h 886673"/>
                <a:gd name="connsiteX3" fmla="*/ 0 w 1028541"/>
                <a:gd name="connsiteY3" fmla="*/ 886673 h 886673"/>
                <a:gd name="connsiteX0" fmla="*/ 0 w 1028541"/>
                <a:gd name="connsiteY0" fmla="*/ 886673 h 886673"/>
                <a:gd name="connsiteX1" fmla="*/ 514271 w 1028541"/>
                <a:gd name="connsiteY1" fmla="*/ 0 h 886673"/>
                <a:gd name="connsiteX2" fmla="*/ 1028541 w 1028541"/>
                <a:gd name="connsiteY2" fmla="*/ 886673 h 886673"/>
                <a:gd name="connsiteX3" fmla="*/ 0 w 1028541"/>
                <a:gd name="connsiteY3" fmla="*/ 886673 h 886673"/>
                <a:gd name="connsiteX0" fmla="*/ 0 w 1028541"/>
                <a:gd name="connsiteY0" fmla="*/ 886673 h 886673"/>
                <a:gd name="connsiteX1" fmla="*/ 514271 w 1028541"/>
                <a:gd name="connsiteY1" fmla="*/ 0 h 886673"/>
                <a:gd name="connsiteX2" fmla="*/ 1028541 w 1028541"/>
                <a:gd name="connsiteY2" fmla="*/ 886673 h 886673"/>
                <a:gd name="connsiteX3" fmla="*/ 0 w 1028541"/>
                <a:gd name="connsiteY3" fmla="*/ 886673 h 88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8541" h="886673">
                  <a:moveTo>
                    <a:pt x="0" y="886673"/>
                  </a:moveTo>
                  <a:cubicBezTo>
                    <a:pt x="31724" y="273615"/>
                    <a:pt x="342847" y="295558"/>
                    <a:pt x="514271" y="0"/>
                  </a:cubicBezTo>
                  <a:cubicBezTo>
                    <a:pt x="685694" y="295558"/>
                    <a:pt x="895218" y="95815"/>
                    <a:pt x="1028541" y="886673"/>
                  </a:cubicBezTo>
                  <a:lnTo>
                    <a:pt x="0" y="886673"/>
                  </a:lnTo>
                  <a:close/>
                </a:path>
              </a:pathLst>
            </a:custGeom>
            <a:grpFill/>
            <a:ln>
              <a:solidFill>
                <a:srgbClr val="042F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矩形 85"/>
            <p:cNvSpPr/>
            <p:nvPr/>
          </p:nvSpPr>
          <p:spPr>
            <a:xfrm>
              <a:off x="6503403" y="939878"/>
              <a:ext cx="189497" cy="723900"/>
            </a:xfrm>
            <a:prstGeom prst="rect">
              <a:avLst/>
            </a:prstGeom>
            <a:grpFill/>
            <a:ln>
              <a:solidFill>
                <a:srgbClr val="042F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弧形 86"/>
            <p:cNvSpPr/>
            <p:nvPr/>
          </p:nvSpPr>
          <p:spPr>
            <a:xfrm rot="2899506">
              <a:off x="6213718" y="629990"/>
              <a:ext cx="1333500" cy="1308022"/>
            </a:xfrm>
            <a:prstGeom prst="arc">
              <a:avLst/>
            </a:prstGeom>
            <a:grpFill/>
            <a:ln>
              <a:solidFill>
                <a:srgbClr val="042F5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弧形 87"/>
            <p:cNvSpPr/>
            <p:nvPr/>
          </p:nvSpPr>
          <p:spPr>
            <a:xfrm rot="2899506">
              <a:off x="6079022" y="642691"/>
              <a:ext cx="1333500" cy="1308022"/>
            </a:xfrm>
            <a:prstGeom prst="arc">
              <a:avLst/>
            </a:prstGeom>
            <a:grpFill/>
            <a:ln>
              <a:solidFill>
                <a:srgbClr val="042F5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1" name="椭圆 90"/>
          <p:cNvSpPr/>
          <p:nvPr/>
        </p:nvSpPr>
        <p:spPr>
          <a:xfrm>
            <a:off x="1795078" y="3517416"/>
            <a:ext cx="1392100" cy="13921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dirty="0">
                <a:solidFill>
                  <a:schemeClr val="tx1"/>
                </a:solidFill>
              </a:rPr>
              <a:t> </a:t>
            </a:r>
          </a:p>
        </p:txBody>
      </p:sp>
      <p:grpSp>
        <p:nvGrpSpPr>
          <p:cNvPr id="92" name="组合 91"/>
          <p:cNvGrpSpPr/>
          <p:nvPr/>
        </p:nvGrpSpPr>
        <p:grpSpPr>
          <a:xfrm>
            <a:off x="2207123" y="4036305"/>
            <a:ext cx="641016" cy="404937"/>
            <a:chOff x="1611228" y="613361"/>
            <a:chExt cx="2271455" cy="1434904"/>
          </a:xfrm>
          <a:noFill/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3" name="圆角矩形 92"/>
            <p:cNvSpPr/>
            <p:nvPr/>
          </p:nvSpPr>
          <p:spPr>
            <a:xfrm>
              <a:off x="1611228" y="613361"/>
              <a:ext cx="2271455" cy="1434904"/>
            </a:xfrm>
            <a:prstGeom prst="roundRect">
              <a:avLst/>
            </a:prstGeom>
            <a:grpFill/>
            <a:ln>
              <a:solidFill>
                <a:srgbClr val="0833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等腰三角形 93"/>
            <p:cNvSpPr/>
            <p:nvPr/>
          </p:nvSpPr>
          <p:spPr>
            <a:xfrm flipV="1">
              <a:off x="1814732" y="633046"/>
              <a:ext cx="1885071" cy="703384"/>
            </a:xfrm>
            <a:prstGeom prst="triangle">
              <a:avLst/>
            </a:prstGeom>
            <a:grpFill/>
            <a:ln>
              <a:solidFill>
                <a:srgbClr val="0833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5" name="组合 94"/>
          <p:cNvGrpSpPr/>
          <p:nvPr/>
        </p:nvGrpSpPr>
        <p:grpSpPr>
          <a:xfrm>
            <a:off x="1686420" y="5035068"/>
            <a:ext cx="1766830" cy="768838"/>
            <a:chOff x="1651310" y="4298355"/>
            <a:chExt cx="1668265" cy="700815"/>
          </a:xfrm>
        </p:grpSpPr>
        <p:sp>
          <p:nvSpPr>
            <p:cNvPr id="96" name="矩形 95"/>
            <p:cNvSpPr/>
            <p:nvPr/>
          </p:nvSpPr>
          <p:spPr>
            <a:xfrm>
              <a:off x="1651310" y="4298355"/>
              <a:ext cx="1668265" cy="3085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</a:rPr>
                <a:t>Then add this title</a:t>
              </a:r>
              <a:endParaRPr lang="zh-CN" alt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97" name="矩形 96"/>
            <p:cNvSpPr/>
            <p:nvPr/>
          </p:nvSpPr>
          <p:spPr>
            <a:xfrm>
              <a:off x="1670360" y="4513976"/>
              <a:ext cx="1612263" cy="2805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50" dirty="0">
                  <a:solidFill>
                    <a:schemeClr val="bg1"/>
                  </a:solidFill>
                </a:rPr>
                <a:t>●</a:t>
              </a:r>
              <a:r>
                <a:rPr lang="en-US" altLang="zh-CN" sz="1400" dirty="0">
                  <a:solidFill>
                    <a:schemeClr val="bg1"/>
                  </a:solidFill>
                </a:rPr>
                <a:t>Then add this title</a:t>
              </a:r>
              <a:endParaRPr lang="zh-CN" alt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98" name="矩形 97"/>
            <p:cNvSpPr/>
            <p:nvPr/>
          </p:nvSpPr>
          <p:spPr>
            <a:xfrm>
              <a:off x="1670360" y="4718625"/>
              <a:ext cx="1612263" cy="2805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050" dirty="0">
                  <a:solidFill>
                    <a:schemeClr val="bg1"/>
                  </a:solidFill>
                </a:rPr>
                <a:t>●</a:t>
              </a:r>
              <a:r>
                <a:rPr lang="en-US" altLang="zh-CN" sz="1400" dirty="0">
                  <a:solidFill>
                    <a:schemeClr val="bg1"/>
                  </a:solidFill>
                </a:rPr>
                <a:t>Then add this title</a:t>
              </a:r>
              <a:endParaRPr lang="zh-CN" altLang="en-US"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99" name="组合 98"/>
          <p:cNvGrpSpPr/>
          <p:nvPr/>
        </p:nvGrpSpPr>
        <p:grpSpPr>
          <a:xfrm>
            <a:off x="3919082" y="3569120"/>
            <a:ext cx="1766830" cy="768838"/>
            <a:chOff x="1651310" y="4298355"/>
            <a:chExt cx="1668265" cy="700815"/>
          </a:xfrm>
        </p:grpSpPr>
        <p:sp>
          <p:nvSpPr>
            <p:cNvPr id="100" name="矩形 99"/>
            <p:cNvSpPr/>
            <p:nvPr/>
          </p:nvSpPr>
          <p:spPr>
            <a:xfrm>
              <a:off x="1651310" y="4298355"/>
              <a:ext cx="1668265" cy="3085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</a:rPr>
                <a:t>Then add this title</a:t>
              </a:r>
              <a:endParaRPr lang="zh-CN" alt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101" name="矩形 100"/>
            <p:cNvSpPr/>
            <p:nvPr/>
          </p:nvSpPr>
          <p:spPr>
            <a:xfrm>
              <a:off x="1670360" y="4513976"/>
              <a:ext cx="1612263" cy="2805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50" dirty="0">
                  <a:solidFill>
                    <a:schemeClr val="bg1"/>
                  </a:solidFill>
                </a:rPr>
                <a:t>●</a:t>
              </a:r>
              <a:r>
                <a:rPr lang="en-US" altLang="zh-CN" sz="1400" dirty="0">
                  <a:solidFill>
                    <a:schemeClr val="bg1"/>
                  </a:solidFill>
                </a:rPr>
                <a:t>Then add this title</a:t>
              </a:r>
              <a:endParaRPr lang="zh-CN" alt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102" name="矩形 101"/>
            <p:cNvSpPr/>
            <p:nvPr/>
          </p:nvSpPr>
          <p:spPr>
            <a:xfrm>
              <a:off x="1670360" y="4718625"/>
              <a:ext cx="1612263" cy="2805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050" dirty="0">
                  <a:solidFill>
                    <a:schemeClr val="bg1"/>
                  </a:solidFill>
                </a:rPr>
                <a:t>●</a:t>
              </a:r>
              <a:r>
                <a:rPr lang="en-US" altLang="zh-CN" sz="1400" dirty="0">
                  <a:solidFill>
                    <a:schemeClr val="bg1"/>
                  </a:solidFill>
                </a:rPr>
                <a:t>Then add this title</a:t>
              </a:r>
              <a:endParaRPr lang="zh-CN" altLang="en-US"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" name="组合 102"/>
          <p:cNvGrpSpPr/>
          <p:nvPr/>
        </p:nvGrpSpPr>
        <p:grpSpPr>
          <a:xfrm>
            <a:off x="6151744" y="5035068"/>
            <a:ext cx="1766830" cy="768838"/>
            <a:chOff x="1651310" y="4298355"/>
            <a:chExt cx="1668265" cy="700815"/>
          </a:xfrm>
        </p:grpSpPr>
        <p:sp>
          <p:nvSpPr>
            <p:cNvPr id="104" name="矩形 103"/>
            <p:cNvSpPr/>
            <p:nvPr/>
          </p:nvSpPr>
          <p:spPr>
            <a:xfrm>
              <a:off x="1651310" y="4298355"/>
              <a:ext cx="1668265" cy="3085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</a:rPr>
                <a:t>Then add this title</a:t>
              </a:r>
              <a:endParaRPr lang="zh-CN" alt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105" name="矩形 104"/>
            <p:cNvSpPr/>
            <p:nvPr/>
          </p:nvSpPr>
          <p:spPr>
            <a:xfrm>
              <a:off x="1670360" y="4513976"/>
              <a:ext cx="1612263" cy="2805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50" dirty="0">
                  <a:solidFill>
                    <a:schemeClr val="bg1"/>
                  </a:solidFill>
                </a:rPr>
                <a:t>●</a:t>
              </a:r>
              <a:r>
                <a:rPr lang="en-US" altLang="zh-CN" sz="1400" dirty="0">
                  <a:solidFill>
                    <a:schemeClr val="bg1"/>
                  </a:solidFill>
                </a:rPr>
                <a:t>Then add this title</a:t>
              </a:r>
              <a:endParaRPr lang="zh-CN" alt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106" name="矩形 105"/>
            <p:cNvSpPr/>
            <p:nvPr/>
          </p:nvSpPr>
          <p:spPr>
            <a:xfrm>
              <a:off x="1670360" y="4718625"/>
              <a:ext cx="1612263" cy="2805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050" dirty="0">
                  <a:solidFill>
                    <a:schemeClr val="bg1"/>
                  </a:solidFill>
                </a:rPr>
                <a:t>●</a:t>
              </a:r>
              <a:r>
                <a:rPr lang="en-US" altLang="zh-CN" sz="1400" dirty="0">
                  <a:solidFill>
                    <a:schemeClr val="bg1"/>
                  </a:solidFill>
                </a:rPr>
                <a:t>Then add this title</a:t>
              </a:r>
              <a:endParaRPr lang="zh-CN" altLang="en-US"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7" name="组合 106"/>
          <p:cNvGrpSpPr/>
          <p:nvPr/>
        </p:nvGrpSpPr>
        <p:grpSpPr>
          <a:xfrm>
            <a:off x="8384405" y="3583644"/>
            <a:ext cx="1766830" cy="768838"/>
            <a:chOff x="1651310" y="4298355"/>
            <a:chExt cx="1668265" cy="700815"/>
          </a:xfrm>
        </p:grpSpPr>
        <p:sp>
          <p:nvSpPr>
            <p:cNvPr id="108" name="矩形 107"/>
            <p:cNvSpPr/>
            <p:nvPr/>
          </p:nvSpPr>
          <p:spPr>
            <a:xfrm>
              <a:off x="1651310" y="4298355"/>
              <a:ext cx="1668265" cy="3085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</a:rPr>
                <a:t>Then add this title</a:t>
              </a:r>
              <a:endParaRPr lang="zh-CN" alt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109" name="矩形 108"/>
            <p:cNvSpPr/>
            <p:nvPr/>
          </p:nvSpPr>
          <p:spPr>
            <a:xfrm>
              <a:off x="1670360" y="4513976"/>
              <a:ext cx="1612263" cy="2805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50" dirty="0">
                  <a:solidFill>
                    <a:schemeClr val="bg1"/>
                  </a:solidFill>
                </a:rPr>
                <a:t>●</a:t>
              </a:r>
              <a:r>
                <a:rPr lang="en-US" altLang="zh-CN" sz="1400" dirty="0">
                  <a:solidFill>
                    <a:schemeClr val="bg1"/>
                  </a:solidFill>
                </a:rPr>
                <a:t>Then add this title</a:t>
              </a:r>
              <a:endParaRPr lang="zh-CN" alt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110" name="矩形 109"/>
            <p:cNvSpPr/>
            <p:nvPr/>
          </p:nvSpPr>
          <p:spPr>
            <a:xfrm>
              <a:off x="1670360" y="4718625"/>
              <a:ext cx="1612263" cy="2805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050" dirty="0">
                  <a:solidFill>
                    <a:schemeClr val="bg1"/>
                  </a:solidFill>
                </a:rPr>
                <a:t>●</a:t>
              </a:r>
              <a:r>
                <a:rPr lang="en-US" altLang="zh-CN" sz="1400" dirty="0">
                  <a:solidFill>
                    <a:schemeClr val="bg1"/>
                  </a:solidFill>
                </a:rPr>
                <a:t>Then add this title</a:t>
              </a:r>
              <a:endParaRPr lang="zh-CN" altLang="en-US" sz="1400" dirty="0">
                <a:solidFill>
                  <a:schemeClr val="bg1"/>
                </a:solidFill>
              </a:endParaRPr>
            </a:p>
          </p:txBody>
        </p:sp>
      </p:grpSp>
      <p:sp>
        <p:nvSpPr>
          <p:cNvPr id="53" name="矩形 52"/>
          <p:cNvSpPr/>
          <p:nvPr/>
        </p:nvSpPr>
        <p:spPr>
          <a:xfrm>
            <a:off x="3919472" y="749430"/>
            <a:ext cx="413767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</a:rPr>
              <a:t>Then add this title</a:t>
            </a:r>
            <a:endParaRPr lang="zh-CN" alt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5771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/>
          <p:cNvGrpSpPr/>
          <p:nvPr/>
        </p:nvGrpSpPr>
        <p:grpSpPr>
          <a:xfrm>
            <a:off x="2095498" y="2457450"/>
            <a:ext cx="8245475" cy="2935816"/>
            <a:chOff x="2171698" y="1581150"/>
            <a:chExt cx="8245475" cy="3335866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2171698" y="1581150"/>
              <a:ext cx="8245475" cy="0"/>
            </a:xfrm>
            <a:prstGeom prst="line">
              <a:avLst/>
            </a:prstGeom>
            <a:ln>
              <a:solidFill>
                <a:srgbClr val="1882D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2171698" y="2248323"/>
              <a:ext cx="8245475" cy="0"/>
            </a:xfrm>
            <a:prstGeom prst="line">
              <a:avLst/>
            </a:prstGeom>
            <a:ln>
              <a:solidFill>
                <a:srgbClr val="1882D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2171698" y="2915496"/>
              <a:ext cx="8245475" cy="0"/>
            </a:xfrm>
            <a:prstGeom prst="line">
              <a:avLst/>
            </a:prstGeom>
            <a:ln>
              <a:solidFill>
                <a:srgbClr val="1882D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2171698" y="3582669"/>
              <a:ext cx="8245475" cy="0"/>
            </a:xfrm>
            <a:prstGeom prst="line">
              <a:avLst/>
            </a:prstGeom>
            <a:ln>
              <a:solidFill>
                <a:srgbClr val="1882D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2171698" y="4249842"/>
              <a:ext cx="8245475" cy="0"/>
            </a:xfrm>
            <a:prstGeom prst="line">
              <a:avLst/>
            </a:prstGeom>
            <a:ln>
              <a:solidFill>
                <a:srgbClr val="1882D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2171698" y="4917016"/>
              <a:ext cx="8245475" cy="0"/>
            </a:xfrm>
            <a:prstGeom prst="line">
              <a:avLst/>
            </a:prstGeom>
            <a:ln>
              <a:solidFill>
                <a:srgbClr val="1882D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6" name="图表 15"/>
          <p:cNvGraphicFramePr/>
          <p:nvPr>
            <p:extLst>
              <p:ext uri="{D42A27DB-BD31-4B8C-83A1-F6EECF244321}">
                <p14:modId xmlns:p14="http://schemas.microsoft.com/office/powerpoint/2010/main" val="1361584429"/>
              </p:ext>
            </p:extLst>
          </p:nvPr>
        </p:nvGraphicFramePr>
        <p:xfrm>
          <a:off x="1698623" y="1724035"/>
          <a:ext cx="8642350" cy="50810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矩形 9"/>
          <p:cNvSpPr/>
          <p:nvPr/>
        </p:nvSpPr>
        <p:spPr>
          <a:xfrm>
            <a:off x="3919472" y="577980"/>
            <a:ext cx="413767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</a:rPr>
              <a:t>Then add this title</a:t>
            </a:r>
            <a:endParaRPr lang="zh-CN" alt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3456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18"/>
          <p:cNvSpPr/>
          <p:nvPr/>
        </p:nvSpPr>
        <p:spPr>
          <a:xfrm rot="2700000">
            <a:off x="8943553" y="3184812"/>
            <a:ext cx="2003328" cy="1455901"/>
          </a:xfrm>
          <a:custGeom>
            <a:avLst/>
            <a:gdLst>
              <a:gd name="connsiteX0" fmla="*/ 0 w 5138057"/>
              <a:gd name="connsiteY0" fmla="*/ 0 h 2641600"/>
              <a:gd name="connsiteX1" fmla="*/ 5138057 w 5138057"/>
              <a:gd name="connsiteY1" fmla="*/ 0 h 2641600"/>
              <a:gd name="connsiteX2" fmla="*/ 5138057 w 5138057"/>
              <a:gd name="connsiteY2" fmla="*/ 2641600 h 2641600"/>
              <a:gd name="connsiteX3" fmla="*/ 0 w 5138057"/>
              <a:gd name="connsiteY3" fmla="*/ 2641600 h 2641600"/>
              <a:gd name="connsiteX4" fmla="*/ 0 w 5138057"/>
              <a:gd name="connsiteY4" fmla="*/ 0 h 2641600"/>
              <a:gd name="connsiteX0" fmla="*/ 0 w 5907793"/>
              <a:gd name="connsiteY0" fmla="*/ 1652367 h 4293967"/>
              <a:gd name="connsiteX1" fmla="*/ 5907793 w 5907793"/>
              <a:gd name="connsiteY1" fmla="*/ 0 h 4293967"/>
              <a:gd name="connsiteX2" fmla="*/ 5138057 w 5907793"/>
              <a:gd name="connsiteY2" fmla="*/ 4293967 h 4293967"/>
              <a:gd name="connsiteX3" fmla="*/ 0 w 5907793"/>
              <a:gd name="connsiteY3" fmla="*/ 4293967 h 4293967"/>
              <a:gd name="connsiteX4" fmla="*/ 0 w 5907793"/>
              <a:gd name="connsiteY4" fmla="*/ 1652367 h 4293967"/>
              <a:gd name="connsiteX0" fmla="*/ 71842 w 5907793"/>
              <a:gd name="connsiteY0" fmla="*/ 738947 h 4293967"/>
              <a:gd name="connsiteX1" fmla="*/ 5907793 w 5907793"/>
              <a:gd name="connsiteY1" fmla="*/ 0 h 4293967"/>
              <a:gd name="connsiteX2" fmla="*/ 5138057 w 5907793"/>
              <a:gd name="connsiteY2" fmla="*/ 4293967 h 4293967"/>
              <a:gd name="connsiteX3" fmla="*/ 0 w 5907793"/>
              <a:gd name="connsiteY3" fmla="*/ 4293967 h 4293967"/>
              <a:gd name="connsiteX4" fmla="*/ 71842 w 5907793"/>
              <a:gd name="connsiteY4" fmla="*/ 738947 h 4293967"/>
              <a:gd name="connsiteX0" fmla="*/ 102630 w 5938581"/>
              <a:gd name="connsiteY0" fmla="*/ 738947 h 4293967"/>
              <a:gd name="connsiteX1" fmla="*/ 5938581 w 5938581"/>
              <a:gd name="connsiteY1" fmla="*/ 0 h 4293967"/>
              <a:gd name="connsiteX2" fmla="*/ 5168845 w 5938581"/>
              <a:gd name="connsiteY2" fmla="*/ 4293967 h 4293967"/>
              <a:gd name="connsiteX3" fmla="*/ 0 w 5938581"/>
              <a:gd name="connsiteY3" fmla="*/ 4119494 h 4293967"/>
              <a:gd name="connsiteX4" fmla="*/ 102630 w 5938581"/>
              <a:gd name="connsiteY4" fmla="*/ 738947 h 4293967"/>
              <a:gd name="connsiteX0" fmla="*/ 102630 w 5938581"/>
              <a:gd name="connsiteY0" fmla="*/ 738947 h 4119494"/>
              <a:gd name="connsiteX1" fmla="*/ 5938581 w 5938581"/>
              <a:gd name="connsiteY1" fmla="*/ 0 h 4119494"/>
              <a:gd name="connsiteX2" fmla="*/ 5271477 w 5938581"/>
              <a:gd name="connsiteY2" fmla="*/ 3555020 h 4119494"/>
              <a:gd name="connsiteX3" fmla="*/ 0 w 5938581"/>
              <a:gd name="connsiteY3" fmla="*/ 4119494 h 4119494"/>
              <a:gd name="connsiteX4" fmla="*/ 102630 w 5938581"/>
              <a:gd name="connsiteY4" fmla="*/ 738947 h 4119494"/>
              <a:gd name="connsiteX0" fmla="*/ 0 w 5959107"/>
              <a:gd name="connsiteY0" fmla="*/ 246316 h 4119494"/>
              <a:gd name="connsiteX1" fmla="*/ 5959107 w 5959107"/>
              <a:gd name="connsiteY1" fmla="*/ 0 h 4119494"/>
              <a:gd name="connsiteX2" fmla="*/ 5292003 w 5959107"/>
              <a:gd name="connsiteY2" fmla="*/ 3555020 h 4119494"/>
              <a:gd name="connsiteX3" fmla="*/ 20526 w 5959107"/>
              <a:gd name="connsiteY3" fmla="*/ 4119494 h 4119494"/>
              <a:gd name="connsiteX4" fmla="*/ 0 w 5959107"/>
              <a:gd name="connsiteY4" fmla="*/ 246316 h 4119494"/>
              <a:gd name="connsiteX0" fmla="*/ 0 w 5959107"/>
              <a:gd name="connsiteY0" fmla="*/ 246316 h 4591598"/>
              <a:gd name="connsiteX1" fmla="*/ 5959107 w 5959107"/>
              <a:gd name="connsiteY1" fmla="*/ 0 h 4591598"/>
              <a:gd name="connsiteX2" fmla="*/ 5292003 w 5959107"/>
              <a:gd name="connsiteY2" fmla="*/ 3555020 h 4591598"/>
              <a:gd name="connsiteX3" fmla="*/ 82104 w 5959107"/>
              <a:gd name="connsiteY3" fmla="*/ 4591598 h 4591598"/>
              <a:gd name="connsiteX4" fmla="*/ 0 w 5959107"/>
              <a:gd name="connsiteY4" fmla="*/ 246316 h 4591598"/>
              <a:gd name="connsiteX0" fmla="*/ 123159 w 6082266"/>
              <a:gd name="connsiteY0" fmla="*/ 246316 h 3750020"/>
              <a:gd name="connsiteX1" fmla="*/ 6082266 w 6082266"/>
              <a:gd name="connsiteY1" fmla="*/ 0 h 3750020"/>
              <a:gd name="connsiteX2" fmla="*/ 5415162 w 6082266"/>
              <a:gd name="connsiteY2" fmla="*/ 3555020 h 3750020"/>
              <a:gd name="connsiteX3" fmla="*/ 0 w 6082266"/>
              <a:gd name="connsiteY3" fmla="*/ 3750020 h 3750020"/>
              <a:gd name="connsiteX4" fmla="*/ 123159 w 6082266"/>
              <a:gd name="connsiteY4" fmla="*/ 246316 h 3750020"/>
              <a:gd name="connsiteX0" fmla="*/ 92369 w 6051476"/>
              <a:gd name="connsiteY0" fmla="*/ 246316 h 3555021"/>
              <a:gd name="connsiteX1" fmla="*/ 6051476 w 6051476"/>
              <a:gd name="connsiteY1" fmla="*/ 0 h 3555021"/>
              <a:gd name="connsiteX2" fmla="*/ 5384372 w 6051476"/>
              <a:gd name="connsiteY2" fmla="*/ 3555020 h 3555021"/>
              <a:gd name="connsiteX3" fmla="*/ 0 w 6051476"/>
              <a:gd name="connsiteY3" fmla="*/ 3555021 h 3555021"/>
              <a:gd name="connsiteX4" fmla="*/ 92369 w 6051476"/>
              <a:gd name="connsiteY4" fmla="*/ 246316 h 3555021"/>
              <a:gd name="connsiteX0" fmla="*/ 390000 w 6051476"/>
              <a:gd name="connsiteY0" fmla="*/ 0 h 3708967"/>
              <a:gd name="connsiteX1" fmla="*/ 6051476 w 6051476"/>
              <a:gd name="connsiteY1" fmla="*/ 153946 h 3708967"/>
              <a:gd name="connsiteX2" fmla="*/ 5384372 w 6051476"/>
              <a:gd name="connsiteY2" fmla="*/ 3708966 h 3708967"/>
              <a:gd name="connsiteX3" fmla="*/ 0 w 6051476"/>
              <a:gd name="connsiteY3" fmla="*/ 3708967 h 3708967"/>
              <a:gd name="connsiteX4" fmla="*/ 390000 w 6051476"/>
              <a:gd name="connsiteY4" fmla="*/ 0 h 3708967"/>
              <a:gd name="connsiteX0" fmla="*/ 451579 w 6051476"/>
              <a:gd name="connsiteY0" fmla="*/ 0 h 3750019"/>
              <a:gd name="connsiteX1" fmla="*/ 6051476 w 6051476"/>
              <a:gd name="connsiteY1" fmla="*/ 194998 h 3750019"/>
              <a:gd name="connsiteX2" fmla="*/ 5384372 w 6051476"/>
              <a:gd name="connsiteY2" fmla="*/ 3750018 h 3750019"/>
              <a:gd name="connsiteX3" fmla="*/ 0 w 6051476"/>
              <a:gd name="connsiteY3" fmla="*/ 3750019 h 3750019"/>
              <a:gd name="connsiteX4" fmla="*/ 451579 w 6051476"/>
              <a:gd name="connsiteY4" fmla="*/ 0 h 3750019"/>
              <a:gd name="connsiteX0" fmla="*/ 0 w 5599897"/>
              <a:gd name="connsiteY0" fmla="*/ 0 h 4447913"/>
              <a:gd name="connsiteX1" fmla="*/ 5599897 w 5599897"/>
              <a:gd name="connsiteY1" fmla="*/ 194998 h 4447913"/>
              <a:gd name="connsiteX2" fmla="*/ 4932793 w 5599897"/>
              <a:gd name="connsiteY2" fmla="*/ 3750018 h 4447913"/>
              <a:gd name="connsiteX3" fmla="*/ 410526 w 5599897"/>
              <a:gd name="connsiteY3" fmla="*/ 4447913 h 4447913"/>
              <a:gd name="connsiteX4" fmla="*/ 0 w 5599897"/>
              <a:gd name="connsiteY4" fmla="*/ 0 h 4447913"/>
              <a:gd name="connsiteX0" fmla="*/ 0 w 5599897"/>
              <a:gd name="connsiteY0" fmla="*/ 0 h 4376071"/>
              <a:gd name="connsiteX1" fmla="*/ 5599897 w 5599897"/>
              <a:gd name="connsiteY1" fmla="*/ 194998 h 4376071"/>
              <a:gd name="connsiteX2" fmla="*/ 4932793 w 5599897"/>
              <a:gd name="connsiteY2" fmla="*/ 3750018 h 4376071"/>
              <a:gd name="connsiteX3" fmla="*/ 502894 w 5599897"/>
              <a:gd name="connsiteY3" fmla="*/ 4376071 h 4376071"/>
              <a:gd name="connsiteX4" fmla="*/ 0 w 5599897"/>
              <a:gd name="connsiteY4" fmla="*/ 0 h 4376071"/>
              <a:gd name="connsiteX0" fmla="*/ 0 w 5558846"/>
              <a:gd name="connsiteY0" fmla="*/ 0 h 4232387"/>
              <a:gd name="connsiteX1" fmla="*/ 5558846 w 5558846"/>
              <a:gd name="connsiteY1" fmla="*/ 51314 h 4232387"/>
              <a:gd name="connsiteX2" fmla="*/ 4891742 w 5558846"/>
              <a:gd name="connsiteY2" fmla="*/ 3606334 h 4232387"/>
              <a:gd name="connsiteX3" fmla="*/ 461843 w 5558846"/>
              <a:gd name="connsiteY3" fmla="*/ 4232387 h 4232387"/>
              <a:gd name="connsiteX4" fmla="*/ 0 w 5558846"/>
              <a:gd name="connsiteY4" fmla="*/ 0 h 4232387"/>
              <a:gd name="connsiteX0" fmla="*/ 0 w 5558846"/>
              <a:gd name="connsiteY0" fmla="*/ 34887 h 4267274"/>
              <a:gd name="connsiteX1" fmla="*/ 5558846 w 5558846"/>
              <a:gd name="connsiteY1" fmla="*/ 86201 h 4267274"/>
              <a:gd name="connsiteX2" fmla="*/ 4891742 w 5558846"/>
              <a:gd name="connsiteY2" fmla="*/ 3641221 h 4267274"/>
              <a:gd name="connsiteX3" fmla="*/ 461843 w 5558846"/>
              <a:gd name="connsiteY3" fmla="*/ 4267274 h 4267274"/>
              <a:gd name="connsiteX4" fmla="*/ 0 w 5558846"/>
              <a:gd name="connsiteY4" fmla="*/ 34887 h 4267274"/>
              <a:gd name="connsiteX0" fmla="*/ 600593 w 5114967"/>
              <a:gd name="connsiteY0" fmla="*/ 17902 h 4439290"/>
              <a:gd name="connsiteX1" fmla="*/ 5114967 w 5114967"/>
              <a:gd name="connsiteY1" fmla="*/ 258217 h 4439290"/>
              <a:gd name="connsiteX2" fmla="*/ 4447863 w 5114967"/>
              <a:gd name="connsiteY2" fmla="*/ 3813237 h 4439290"/>
              <a:gd name="connsiteX3" fmla="*/ 17964 w 5114967"/>
              <a:gd name="connsiteY3" fmla="*/ 4439290 h 4439290"/>
              <a:gd name="connsiteX4" fmla="*/ 600593 w 5114967"/>
              <a:gd name="connsiteY4" fmla="*/ 17902 h 4439290"/>
              <a:gd name="connsiteX0" fmla="*/ 23258 w 4537632"/>
              <a:gd name="connsiteY0" fmla="*/ 17902 h 4568605"/>
              <a:gd name="connsiteX1" fmla="*/ 4537632 w 4537632"/>
              <a:gd name="connsiteY1" fmla="*/ 258217 h 4568605"/>
              <a:gd name="connsiteX2" fmla="*/ 3870528 w 4537632"/>
              <a:gd name="connsiteY2" fmla="*/ 3813237 h 4568605"/>
              <a:gd name="connsiteX3" fmla="*/ 47418 w 4537632"/>
              <a:gd name="connsiteY3" fmla="*/ 4568605 h 4568605"/>
              <a:gd name="connsiteX4" fmla="*/ 23258 w 4537632"/>
              <a:gd name="connsiteY4" fmla="*/ 17902 h 4568605"/>
              <a:gd name="connsiteX0" fmla="*/ 23258 w 4537632"/>
              <a:gd name="connsiteY0" fmla="*/ 17902 h 4568605"/>
              <a:gd name="connsiteX1" fmla="*/ 4537632 w 4537632"/>
              <a:gd name="connsiteY1" fmla="*/ 258217 h 4568605"/>
              <a:gd name="connsiteX2" fmla="*/ 4005232 w 4537632"/>
              <a:gd name="connsiteY2" fmla="*/ 4109586 h 4568605"/>
              <a:gd name="connsiteX3" fmla="*/ 47418 w 4537632"/>
              <a:gd name="connsiteY3" fmla="*/ 4568605 h 4568605"/>
              <a:gd name="connsiteX4" fmla="*/ 23258 w 4537632"/>
              <a:gd name="connsiteY4" fmla="*/ 17902 h 4568605"/>
              <a:gd name="connsiteX0" fmla="*/ 23258 w 4005232"/>
              <a:gd name="connsiteY0" fmla="*/ 433802 h 4984505"/>
              <a:gd name="connsiteX1" fmla="*/ 3971876 w 4005232"/>
              <a:gd name="connsiteY1" fmla="*/ 598 h 4984505"/>
              <a:gd name="connsiteX2" fmla="*/ 4005232 w 4005232"/>
              <a:gd name="connsiteY2" fmla="*/ 4525486 h 4984505"/>
              <a:gd name="connsiteX3" fmla="*/ 47418 w 4005232"/>
              <a:gd name="connsiteY3" fmla="*/ 4984505 h 4984505"/>
              <a:gd name="connsiteX4" fmla="*/ 23258 w 4005232"/>
              <a:gd name="connsiteY4" fmla="*/ 433802 h 4984505"/>
              <a:gd name="connsiteX0" fmla="*/ 23258 w 4268224"/>
              <a:gd name="connsiteY0" fmla="*/ 139829 h 4690532"/>
              <a:gd name="connsiteX1" fmla="*/ 4268224 w 4268224"/>
              <a:gd name="connsiteY1" fmla="*/ 2973 h 4690532"/>
              <a:gd name="connsiteX2" fmla="*/ 4005232 w 4268224"/>
              <a:gd name="connsiteY2" fmla="*/ 4231513 h 4690532"/>
              <a:gd name="connsiteX3" fmla="*/ 47418 w 4268224"/>
              <a:gd name="connsiteY3" fmla="*/ 4690532 h 4690532"/>
              <a:gd name="connsiteX4" fmla="*/ 23258 w 4268224"/>
              <a:gd name="connsiteY4" fmla="*/ 139829 h 4690532"/>
              <a:gd name="connsiteX0" fmla="*/ 23258 w 4341992"/>
              <a:gd name="connsiteY0" fmla="*/ 139829 h 4690532"/>
              <a:gd name="connsiteX1" fmla="*/ 4268224 w 4341992"/>
              <a:gd name="connsiteY1" fmla="*/ 2973 h 4690532"/>
              <a:gd name="connsiteX2" fmla="*/ 4341992 w 4341992"/>
              <a:gd name="connsiteY2" fmla="*/ 4568273 h 4690532"/>
              <a:gd name="connsiteX3" fmla="*/ 47418 w 4341992"/>
              <a:gd name="connsiteY3" fmla="*/ 4690532 h 4690532"/>
              <a:gd name="connsiteX4" fmla="*/ 23258 w 4341992"/>
              <a:gd name="connsiteY4" fmla="*/ 139829 h 4690532"/>
              <a:gd name="connsiteX0" fmla="*/ 0 w 4362735"/>
              <a:gd name="connsiteY0" fmla="*/ 27133 h 4823281"/>
              <a:gd name="connsiteX1" fmla="*/ 4288967 w 4362735"/>
              <a:gd name="connsiteY1" fmla="*/ 135722 h 4823281"/>
              <a:gd name="connsiteX2" fmla="*/ 4362735 w 4362735"/>
              <a:gd name="connsiteY2" fmla="*/ 4701022 h 4823281"/>
              <a:gd name="connsiteX3" fmla="*/ 68161 w 4362735"/>
              <a:gd name="connsiteY3" fmla="*/ 4823281 h 4823281"/>
              <a:gd name="connsiteX4" fmla="*/ 0 w 4362735"/>
              <a:gd name="connsiteY4" fmla="*/ 27133 h 4823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62735" h="4823281">
                <a:moveTo>
                  <a:pt x="0" y="27133"/>
                </a:moveTo>
                <a:cubicBezTo>
                  <a:pt x="1883738" y="-68657"/>
                  <a:pt x="2436018" y="118617"/>
                  <a:pt x="4288967" y="135722"/>
                </a:cubicBezTo>
                <a:lnTo>
                  <a:pt x="4362735" y="4701022"/>
                </a:lnTo>
                <a:lnTo>
                  <a:pt x="68161" y="4823281"/>
                </a:lnTo>
                <a:cubicBezTo>
                  <a:pt x="-85787" y="3412485"/>
                  <a:pt x="153948" y="1437929"/>
                  <a:pt x="0" y="27133"/>
                </a:cubicBezTo>
                <a:close/>
              </a:path>
            </a:pathLst>
          </a:custGeom>
          <a:gradFill flip="none" rotWithShape="1">
            <a:gsLst>
              <a:gs pos="100000">
                <a:srgbClr val="0D385A">
                  <a:alpha val="0"/>
                </a:srgbClr>
              </a:gs>
              <a:gs pos="53000">
                <a:srgbClr val="02294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" name="矩形 18"/>
          <p:cNvSpPr/>
          <p:nvPr/>
        </p:nvSpPr>
        <p:spPr>
          <a:xfrm rot="2700000">
            <a:off x="6822243" y="3184812"/>
            <a:ext cx="2003328" cy="1455901"/>
          </a:xfrm>
          <a:custGeom>
            <a:avLst/>
            <a:gdLst>
              <a:gd name="connsiteX0" fmla="*/ 0 w 5138057"/>
              <a:gd name="connsiteY0" fmla="*/ 0 h 2641600"/>
              <a:gd name="connsiteX1" fmla="*/ 5138057 w 5138057"/>
              <a:gd name="connsiteY1" fmla="*/ 0 h 2641600"/>
              <a:gd name="connsiteX2" fmla="*/ 5138057 w 5138057"/>
              <a:gd name="connsiteY2" fmla="*/ 2641600 h 2641600"/>
              <a:gd name="connsiteX3" fmla="*/ 0 w 5138057"/>
              <a:gd name="connsiteY3" fmla="*/ 2641600 h 2641600"/>
              <a:gd name="connsiteX4" fmla="*/ 0 w 5138057"/>
              <a:gd name="connsiteY4" fmla="*/ 0 h 2641600"/>
              <a:gd name="connsiteX0" fmla="*/ 0 w 5907793"/>
              <a:gd name="connsiteY0" fmla="*/ 1652367 h 4293967"/>
              <a:gd name="connsiteX1" fmla="*/ 5907793 w 5907793"/>
              <a:gd name="connsiteY1" fmla="*/ 0 h 4293967"/>
              <a:gd name="connsiteX2" fmla="*/ 5138057 w 5907793"/>
              <a:gd name="connsiteY2" fmla="*/ 4293967 h 4293967"/>
              <a:gd name="connsiteX3" fmla="*/ 0 w 5907793"/>
              <a:gd name="connsiteY3" fmla="*/ 4293967 h 4293967"/>
              <a:gd name="connsiteX4" fmla="*/ 0 w 5907793"/>
              <a:gd name="connsiteY4" fmla="*/ 1652367 h 4293967"/>
              <a:gd name="connsiteX0" fmla="*/ 71842 w 5907793"/>
              <a:gd name="connsiteY0" fmla="*/ 738947 h 4293967"/>
              <a:gd name="connsiteX1" fmla="*/ 5907793 w 5907793"/>
              <a:gd name="connsiteY1" fmla="*/ 0 h 4293967"/>
              <a:gd name="connsiteX2" fmla="*/ 5138057 w 5907793"/>
              <a:gd name="connsiteY2" fmla="*/ 4293967 h 4293967"/>
              <a:gd name="connsiteX3" fmla="*/ 0 w 5907793"/>
              <a:gd name="connsiteY3" fmla="*/ 4293967 h 4293967"/>
              <a:gd name="connsiteX4" fmla="*/ 71842 w 5907793"/>
              <a:gd name="connsiteY4" fmla="*/ 738947 h 4293967"/>
              <a:gd name="connsiteX0" fmla="*/ 102630 w 5938581"/>
              <a:gd name="connsiteY0" fmla="*/ 738947 h 4293967"/>
              <a:gd name="connsiteX1" fmla="*/ 5938581 w 5938581"/>
              <a:gd name="connsiteY1" fmla="*/ 0 h 4293967"/>
              <a:gd name="connsiteX2" fmla="*/ 5168845 w 5938581"/>
              <a:gd name="connsiteY2" fmla="*/ 4293967 h 4293967"/>
              <a:gd name="connsiteX3" fmla="*/ 0 w 5938581"/>
              <a:gd name="connsiteY3" fmla="*/ 4119494 h 4293967"/>
              <a:gd name="connsiteX4" fmla="*/ 102630 w 5938581"/>
              <a:gd name="connsiteY4" fmla="*/ 738947 h 4293967"/>
              <a:gd name="connsiteX0" fmla="*/ 102630 w 5938581"/>
              <a:gd name="connsiteY0" fmla="*/ 738947 h 4119494"/>
              <a:gd name="connsiteX1" fmla="*/ 5938581 w 5938581"/>
              <a:gd name="connsiteY1" fmla="*/ 0 h 4119494"/>
              <a:gd name="connsiteX2" fmla="*/ 5271477 w 5938581"/>
              <a:gd name="connsiteY2" fmla="*/ 3555020 h 4119494"/>
              <a:gd name="connsiteX3" fmla="*/ 0 w 5938581"/>
              <a:gd name="connsiteY3" fmla="*/ 4119494 h 4119494"/>
              <a:gd name="connsiteX4" fmla="*/ 102630 w 5938581"/>
              <a:gd name="connsiteY4" fmla="*/ 738947 h 4119494"/>
              <a:gd name="connsiteX0" fmla="*/ 0 w 5959107"/>
              <a:gd name="connsiteY0" fmla="*/ 246316 h 4119494"/>
              <a:gd name="connsiteX1" fmla="*/ 5959107 w 5959107"/>
              <a:gd name="connsiteY1" fmla="*/ 0 h 4119494"/>
              <a:gd name="connsiteX2" fmla="*/ 5292003 w 5959107"/>
              <a:gd name="connsiteY2" fmla="*/ 3555020 h 4119494"/>
              <a:gd name="connsiteX3" fmla="*/ 20526 w 5959107"/>
              <a:gd name="connsiteY3" fmla="*/ 4119494 h 4119494"/>
              <a:gd name="connsiteX4" fmla="*/ 0 w 5959107"/>
              <a:gd name="connsiteY4" fmla="*/ 246316 h 4119494"/>
              <a:gd name="connsiteX0" fmla="*/ 0 w 5959107"/>
              <a:gd name="connsiteY0" fmla="*/ 246316 h 4591598"/>
              <a:gd name="connsiteX1" fmla="*/ 5959107 w 5959107"/>
              <a:gd name="connsiteY1" fmla="*/ 0 h 4591598"/>
              <a:gd name="connsiteX2" fmla="*/ 5292003 w 5959107"/>
              <a:gd name="connsiteY2" fmla="*/ 3555020 h 4591598"/>
              <a:gd name="connsiteX3" fmla="*/ 82104 w 5959107"/>
              <a:gd name="connsiteY3" fmla="*/ 4591598 h 4591598"/>
              <a:gd name="connsiteX4" fmla="*/ 0 w 5959107"/>
              <a:gd name="connsiteY4" fmla="*/ 246316 h 4591598"/>
              <a:gd name="connsiteX0" fmla="*/ 123159 w 6082266"/>
              <a:gd name="connsiteY0" fmla="*/ 246316 h 3750020"/>
              <a:gd name="connsiteX1" fmla="*/ 6082266 w 6082266"/>
              <a:gd name="connsiteY1" fmla="*/ 0 h 3750020"/>
              <a:gd name="connsiteX2" fmla="*/ 5415162 w 6082266"/>
              <a:gd name="connsiteY2" fmla="*/ 3555020 h 3750020"/>
              <a:gd name="connsiteX3" fmla="*/ 0 w 6082266"/>
              <a:gd name="connsiteY3" fmla="*/ 3750020 h 3750020"/>
              <a:gd name="connsiteX4" fmla="*/ 123159 w 6082266"/>
              <a:gd name="connsiteY4" fmla="*/ 246316 h 3750020"/>
              <a:gd name="connsiteX0" fmla="*/ 92369 w 6051476"/>
              <a:gd name="connsiteY0" fmla="*/ 246316 h 3555021"/>
              <a:gd name="connsiteX1" fmla="*/ 6051476 w 6051476"/>
              <a:gd name="connsiteY1" fmla="*/ 0 h 3555021"/>
              <a:gd name="connsiteX2" fmla="*/ 5384372 w 6051476"/>
              <a:gd name="connsiteY2" fmla="*/ 3555020 h 3555021"/>
              <a:gd name="connsiteX3" fmla="*/ 0 w 6051476"/>
              <a:gd name="connsiteY3" fmla="*/ 3555021 h 3555021"/>
              <a:gd name="connsiteX4" fmla="*/ 92369 w 6051476"/>
              <a:gd name="connsiteY4" fmla="*/ 246316 h 3555021"/>
              <a:gd name="connsiteX0" fmla="*/ 390000 w 6051476"/>
              <a:gd name="connsiteY0" fmla="*/ 0 h 3708967"/>
              <a:gd name="connsiteX1" fmla="*/ 6051476 w 6051476"/>
              <a:gd name="connsiteY1" fmla="*/ 153946 h 3708967"/>
              <a:gd name="connsiteX2" fmla="*/ 5384372 w 6051476"/>
              <a:gd name="connsiteY2" fmla="*/ 3708966 h 3708967"/>
              <a:gd name="connsiteX3" fmla="*/ 0 w 6051476"/>
              <a:gd name="connsiteY3" fmla="*/ 3708967 h 3708967"/>
              <a:gd name="connsiteX4" fmla="*/ 390000 w 6051476"/>
              <a:gd name="connsiteY4" fmla="*/ 0 h 3708967"/>
              <a:gd name="connsiteX0" fmla="*/ 451579 w 6051476"/>
              <a:gd name="connsiteY0" fmla="*/ 0 h 3750019"/>
              <a:gd name="connsiteX1" fmla="*/ 6051476 w 6051476"/>
              <a:gd name="connsiteY1" fmla="*/ 194998 h 3750019"/>
              <a:gd name="connsiteX2" fmla="*/ 5384372 w 6051476"/>
              <a:gd name="connsiteY2" fmla="*/ 3750018 h 3750019"/>
              <a:gd name="connsiteX3" fmla="*/ 0 w 6051476"/>
              <a:gd name="connsiteY3" fmla="*/ 3750019 h 3750019"/>
              <a:gd name="connsiteX4" fmla="*/ 451579 w 6051476"/>
              <a:gd name="connsiteY4" fmla="*/ 0 h 3750019"/>
              <a:gd name="connsiteX0" fmla="*/ 0 w 5599897"/>
              <a:gd name="connsiteY0" fmla="*/ 0 h 4447913"/>
              <a:gd name="connsiteX1" fmla="*/ 5599897 w 5599897"/>
              <a:gd name="connsiteY1" fmla="*/ 194998 h 4447913"/>
              <a:gd name="connsiteX2" fmla="*/ 4932793 w 5599897"/>
              <a:gd name="connsiteY2" fmla="*/ 3750018 h 4447913"/>
              <a:gd name="connsiteX3" fmla="*/ 410526 w 5599897"/>
              <a:gd name="connsiteY3" fmla="*/ 4447913 h 4447913"/>
              <a:gd name="connsiteX4" fmla="*/ 0 w 5599897"/>
              <a:gd name="connsiteY4" fmla="*/ 0 h 4447913"/>
              <a:gd name="connsiteX0" fmla="*/ 0 w 5599897"/>
              <a:gd name="connsiteY0" fmla="*/ 0 h 4376071"/>
              <a:gd name="connsiteX1" fmla="*/ 5599897 w 5599897"/>
              <a:gd name="connsiteY1" fmla="*/ 194998 h 4376071"/>
              <a:gd name="connsiteX2" fmla="*/ 4932793 w 5599897"/>
              <a:gd name="connsiteY2" fmla="*/ 3750018 h 4376071"/>
              <a:gd name="connsiteX3" fmla="*/ 502894 w 5599897"/>
              <a:gd name="connsiteY3" fmla="*/ 4376071 h 4376071"/>
              <a:gd name="connsiteX4" fmla="*/ 0 w 5599897"/>
              <a:gd name="connsiteY4" fmla="*/ 0 h 4376071"/>
              <a:gd name="connsiteX0" fmla="*/ 0 w 5558846"/>
              <a:gd name="connsiteY0" fmla="*/ 0 h 4232387"/>
              <a:gd name="connsiteX1" fmla="*/ 5558846 w 5558846"/>
              <a:gd name="connsiteY1" fmla="*/ 51314 h 4232387"/>
              <a:gd name="connsiteX2" fmla="*/ 4891742 w 5558846"/>
              <a:gd name="connsiteY2" fmla="*/ 3606334 h 4232387"/>
              <a:gd name="connsiteX3" fmla="*/ 461843 w 5558846"/>
              <a:gd name="connsiteY3" fmla="*/ 4232387 h 4232387"/>
              <a:gd name="connsiteX4" fmla="*/ 0 w 5558846"/>
              <a:gd name="connsiteY4" fmla="*/ 0 h 4232387"/>
              <a:gd name="connsiteX0" fmla="*/ 0 w 5558846"/>
              <a:gd name="connsiteY0" fmla="*/ 34887 h 4267274"/>
              <a:gd name="connsiteX1" fmla="*/ 5558846 w 5558846"/>
              <a:gd name="connsiteY1" fmla="*/ 86201 h 4267274"/>
              <a:gd name="connsiteX2" fmla="*/ 4891742 w 5558846"/>
              <a:gd name="connsiteY2" fmla="*/ 3641221 h 4267274"/>
              <a:gd name="connsiteX3" fmla="*/ 461843 w 5558846"/>
              <a:gd name="connsiteY3" fmla="*/ 4267274 h 4267274"/>
              <a:gd name="connsiteX4" fmla="*/ 0 w 5558846"/>
              <a:gd name="connsiteY4" fmla="*/ 34887 h 4267274"/>
              <a:gd name="connsiteX0" fmla="*/ 600593 w 5114967"/>
              <a:gd name="connsiteY0" fmla="*/ 17902 h 4439290"/>
              <a:gd name="connsiteX1" fmla="*/ 5114967 w 5114967"/>
              <a:gd name="connsiteY1" fmla="*/ 258217 h 4439290"/>
              <a:gd name="connsiteX2" fmla="*/ 4447863 w 5114967"/>
              <a:gd name="connsiteY2" fmla="*/ 3813237 h 4439290"/>
              <a:gd name="connsiteX3" fmla="*/ 17964 w 5114967"/>
              <a:gd name="connsiteY3" fmla="*/ 4439290 h 4439290"/>
              <a:gd name="connsiteX4" fmla="*/ 600593 w 5114967"/>
              <a:gd name="connsiteY4" fmla="*/ 17902 h 4439290"/>
              <a:gd name="connsiteX0" fmla="*/ 23258 w 4537632"/>
              <a:gd name="connsiteY0" fmla="*/ 17902 h 4568605"/>
              <a:gd name="connsiteX1" fmla="*/ 4537632 w 4537632"/>
              <a:gd name="connsiteY1" fmla="*/ 258217 h 4568605"/>
              <a:gd name="connsiteX2" fmla="*/ 3870528 w 4537632"/>
              <a:gd name="connsiteY2" fmla="*/ 3813237 h 4568605"/>
              <a:gd name="connsiteX3" fmla="*/ 47418 w 4537632"/>
              <a:gd name="connsiteY3" fmla="*/ 4568605 h 4568605"/>
              <a:gd name="connsiteX4" fmla="*/ 23258 w 4537632"/>
              <a:gd name="connsiteY4" fmla="*/ 17902 h 4568605"/>
              <a:gd name="connsiteX0" fmla="*/ 23258 w 4537632"/>
              <a:gd name="connsiteY0" fmla="*/ 17902 h 4568605"/>
              <a:gd name="connsiteX1" fmla="*/ 4537632 w 4537632"/>
              <a:gd name="connsiteY1" fmla="*/ 258217 h 4568605"/>
              <a:gd name="connsiteX2" fmla="*/ 4005232 w 4537632"/>
              <a:gd name="connsiteY2" fmla="*/ 4109586 h 4568605"/>
              <a:gd name="connsiteX3" fmla="*/ 47418 w 4537632"/>
              <a:gd name="connsiteY3" fmla="*/ 4568605 h 4568605"/>
              <a:gd name="connsiteX4" fmla="*/ 23258 w 4537632"/>
              <a:gd name="connsiteY4" fmla="*/ 17902 h 4568605"/>
              <a:gd name="connsiteX0" fmla="*/ 23258 w 4005232"/>
              <a:gd name="connsiteY0" fmla="*/ 433802 h 4984505"/>
              <a:gd name="connsiteX1" fmla="*/ 3971876 w 4005232"/>
              <a:gd name="connsiteY1" fmla="*/ 598 h 4984505"/>
              <a:gd name="connsiteX2" fmla="*/ 4005232 w 4005232"/>
              <a:gd name="connsiteY2" fmla="*/ 4525486 h 4984505"/>
              <a:gd name="connsiteX3" fmla="*/ 47418 w 4005232"/>
              <a:gd name="connsiteY3" fmla="*/ 4984505 h 4984505"/>
              <a:gd name="connsiteX4" fmla="*/ 23258 w 4005232"/>
              <a:gd name="connsiteY4" fmla="*/ 433802 h 4984505"/>
              <a:gd name="connsiteX0" fmla="*/ 23258 w 4268224"/>
              <a:gd name="connsiteY0" fmla="*/ 139829 h 4690532"/>
              <a:gd name="connsiteX1" fmla="*/ 4268224 w 4268224"/>
              <a:gd name="connsiteY1" fmla="*/ 2973 h 4690532"/>
              <a:gd name="connsiteX2" fmla="*/ 4005232 w 4268224"/>
              <a:gd name="connsiteY2" fmla="*/ 4231513 h 4690532"/>
              <a:gd name="connsiteX3" fmla="*/ 47418 w 4268224"/>
              <a:gd name="connsiteY3" fmla="*/ 4690532 h 4690532"/>
              <a:gd name="connsiteX4" fmla="*/ 23258 w 4268224"/>
              <a:gd name="connsiteY4" fmla="*/ 139829 h 4690532"/>
              <a:gd name="connsiteX0" fmla="*/ 23258 w 4341992"/>
              <a:gd name="connsiteY0" fmla="*/ 139829 h 4690532"/>
              <a:gd name="connsiteX1" fmla="*/ 4268224 w 4341992"/>
              <a:gd name="connsiteY1" fmla="*/ 2973 h 4690532"/>
              <a:gd name="connsiteX2" fmla="*/ 4341992 w 4341992"/>
              <a:gd name="connsiteY2" fmla="*/ 4568273 h 4690532"/>
              <a:gd name="connsiteX3" fmla="*/ 47418 w 4341992"/>
              <a:gd name="connsiteY3" fmla="*/ 4690532 h 4690532"/>
              <a:gd name="connsiteX4" fmla="*/ 23258 w 4341992"/>
              <a:gd name="connsiteY4" fmla="*/ 139829 h 4690532"/>
              <a:gd name="connsiteX0" fmla="*/ 0 w 4362735"/>
              <a:gd name="connsiteY0" fmla="*/ 27133 h 4823281"/>
              <a:gd name="connsiteX1" fmla="*/ 4288967 w 4362735"/>
              <a:gd name="connsiteY1" fmla="*/ 135722 h 4823281"/>
              <a:gd name="connsiteX2" fmla="*/ 4362735 w 4362735"/>
              <a:gd name="connsiteY2" fmla="*/ 4701022 h 4823281"/>
              <a:gd name="connsiteX3" fmla="*/ 68161 w 4362735"/>
              <a:gd name="connsiteY3" fmla="*/ 4823281 h 4823281"/>
              <a:gd name="connsiteX4" fmla="*/ 0 w 4362735"/>
              <a:gd name="connsiteY4" fmla="*/ 27133 h 4823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62735" h="4823281">
                <a:moveTo>
                  <a:pt x="0" y="27133"/>
                </a:moveTo>
                <a:cubicBezTo>
                  <a:pt x="1883738" y="-68657"/>
                  <a:pt x="2436018" y="118617"/>
                  <a:pt x="4288967" y="135722"/>
                </a:cubicBezTo>
                <a:lnTo>
                  <a:pt x="4362735" y="4701022"/>
                </a:lnTo>
                <a:lnTo>
                  <a:pt x="68161" y="4823281"/>
                </a:lnTo>
                <a:cubicBezTo>
                  <a:pt x="-85787" y="3412485"/>
                  <a:pt x="153948" y="1437929"/>
                  <a:pt x="0" y="27133"/>
                </a:cubicBezTo>
                <a:close/>
              </a:path>
            </a:pathLst>
          </a:custGeom>
          <a:gradFill flip="none" rotWithShape="1">
            <a:gsLst>
              <a:gs pos="100000">
                <a:srgbClr val="0D385A">
                  <a:alpha val="0"/>
                </a:srgbClr>
              </a:gs>
              <a:gs pos="53000">
                <a:srgbClr val="02294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" name="矩形 18"/>
          <p:cNvSpPr/>
          <p:nvPr/>
        </p:nvSpPr>
        <p:spPr>
          <a:xfrm rot="2700000">
            <a:off x="4659232" y="3259682"/>
            <a:ext cx="2003328" cy="1455901"/>
          </a:xfrm>
          <a:custGeom>
            <a:avLst/>
            <a:gdLst>
              <a:gd name="connsiteX0" fmla="*/ 0 w 5138057"/>
              <a:gd name="connsiteY0" fmla="*/ 0 h 2641600"/>
              <a:gd name="connsiteX1" fmla="*/ 5138057 w 5138057"/>
              <a:gd name="connsiteY1" fmla="*/ 0 h 2641600"/>
              <a:gd name="connsiteX2" fmla="*/ 5138057 w 5138057"/>
              <a:gd name="connsiteY2" fmla="*/ 2641600 h 2641600"/>
              <a:gd name="connsiteX3" fmla="*/ 0 w 5138057"/>
              <a:gd name="connsiteY3" fmla="*/ 2641600 h 2641600"/>
              <a:gd name="connsiteX4" fmla="*/ 0 w 5138057"/>
              <a:gd name="connsiteY4" fmla="*/ 0 h 2641600"/>
              <a:gd name="connsiteX0" fmla="*/ 0 w 5907793"/>
              <a:gd name="connsiteY0" fmla="*/ 1652367 h 4293967"/>
              <a:gd name="connsiteX1" fmla="*/ 5907793 w 5907793"/>
              <a:gd name="connsiteY1" fmla="*/ 0 h 4293967"/>
              <a:gd name="connsiteX2" fmla="*/ 5138057 w 5907793"/>
              <a:gd name="connsiteY2" fmla="*/ 4293967 h 4293967"/>
              <a:gd name="connsiteX3" fmla="*/ 0 w 5907793"/>
              <a:gd name="connsiteY3" fmla="*/ 4293967 h 4293967"/>
              <a:gd name="connsiteX4" fmla="*/ 0 w 5907793"/>
              <a:gd name="connsiteY4" fmla="*/ 1652367 h 4293967"/>
              <a:gd name="connsiteX0" fmla="*/ 71842 w 5907793"/>
              <a:gd name="connsiteY0" fmla="*/ 738947 h 4293967"/>
              <a:gd name="connsiteX1" fmla="*/ 5907793 w 5907793"/>
              <a:gd name="connsiteY1" fmla="*/ 0 h 4293967"/>
              <a:gd name="connsiteX2" fmla="*/ 5138057 w 5907793"/>
              <a:gd name="connsiteY2" fmla="*/ 4293967 h 4293967"/>
              <a:gd name="connsiteX3" fmla="*/ 0 w 5907793"/>
              <a:gd name="connsiteY3" fmla="*/ 4293967 h 4293967"/>
              <a:gd name="connsiteX4" fmla="*/ 71842 w 5907793"/>
              <a:gd name="connsiteY4" fmla="*/ 738947 h 4293967"/>
              <a:gd name="connsiteX0" fmla="*/ 102630 w 5938581"/>
              <a:gd name="connsiteY0" fmla="*/ 738947 h 4293967"/>
              <a:gd name="connsiteX1" fmla="*/ 5938581 w 5938581"/>
              <a:gd name="connsiteY1" fmla="*/ 0 h 4293967"/>
              <a:gd name="connsiteX2" fmla="*/ 5168845 w 5938581"/>
              <a:gd name="connsiteY2" fmla="*/ 4293967 h 4293967"/>
              <a:gd name="connsiteX3" fmla="*/ 0 w 5938581"/>
              <a:gd name="connsiteY3" fmla="*/ 4119494 h 4293967"/>
              <a:gd name="connsiteX4" fmla="*/ 102630 w 5938581"/>
              <a:gd name="connsiteY4" fmla="*/ 738947 h 4293967"/>
              <a:gd name="connsiteX0" fmla="*/ 102630 w 5938581"/>
              <a:gd name="connsiteY0" fmla="*/ 738947 h 4119494"/>
              <a:gd name="connsiteX1" fmla="*/ 5938581 w 5938581"/>
              <a:gd name="connsiteY1" fmla="*/ 0 h 4119494"/>
              <a:gd name="connsiteX2" fmla="*/ 5271477 w 5938581"/>
              <a:gd name="connsiteY2" fmla="*/ 3555020 h 4119494"/>
              <a:gd name="connsiteX3" fmla="*/ 0 w 5938581"/>
              <a:gd name="connsiteY3" fmla="*/ 4119494 h 4119494"/>
              <a:gd name="connsiteX4" fmla="*/ 102630 w 5938581"/>
              <a:gd name="connsiteY4" fmla="*/ 738947 h 4119494"/>
              <a:gd name="connsiteX0" fmla="*/ 0 w 5959107"/>
              <a:gd name="connsiteY0" fmla="*/ 246316 h 4119494"/>
              <a:gd name="connsiteX1" fmla="*/ 5959107 w 5959107"/>
              <a:gd name="connsiteY1" fmla="*/ 0 h 4119494"/>
              <a:gd name="connsiteX2" fmla="*/ 5292003 w 5959107"/>
              <a:gd name="connsiteY2" fmla="*/ 3555020 h 4119494"/>
              <a:gd name="connsiteX3" fmla="*/ 20526 w 5959107"/>
              <a:gd name="connsiteY3" fmla="*/ 4119494 h 4119494"/>
              <a:gd name="connsiteX4" fmla="*/ 0 w 5959107"/>
              <a:gd name="connsiteY4" fmla="*/ 246316 h 4119494"/>
              <a:gd name="connsiteX0" fmla="*/ 0 w 5959107"/>
              <a:gd name="connsiteY0" fmla="*/ 246316 h 4591598"/>
              <a:gd name="connsiteX1" fmla="*/ 5959107 w 5959107"/>
              <a:gd name="connsiteY1" fmla="*/ 0 h 4591598"/>
              <a:gd name="connsiteX2" fmla="*/ 5292003 w 5959107"/>
              <a:gd name="connsiteY2" fmla="*/ 3555020 h 4591598"/>
              <a:gd name="connsiteX3" fmla="*/ 82104 w 5959107"/>
              <a:gd name="connsiteY3" fmla="*/ 4591598 h 4591598"/>
              <a:gd name="connsiteX4" fmla="*/ 0 w 5959107"/>
              <a:gd name="connsiteY4" fmla="*/ 246316 h 4591598"/>
              <a:gd name="connsiteX0" fmla="*/ 123159 w 6082266"/>
              <a:gd name="connsiteY0" fmla="*/ 246316 h 3750020"/>
              <a:gd name="connsiteX1" fmla="*/ 6082266 w 6082266"/>
              <a:gd name="connsiteY1" fmla="*/ 0 h 3750020"/>
              <a:gd name="connsiteX2" fmla="*/ 5415162 w 6082266"/>
              <a:gd name="connsiteY2" fmla="*/ 3555020 h 3750020"/>
              <a:gd name="connsiteX3" fmla="*/ 0 w 6082266"/>
              <a:gd name="connsiteY3" fmla="*/ 3750020 h 3750020"/>
              <a:gd name="connsiteX4" fmla="*/ 123159 w 6082266"/>
              <a:gd name="connsiteY4" fmla="*/ 246316 h 3750020"/>
              <a:gd name="connsiteX0" fmla="*/ 92369 w 6051476"/>
              <a:gd name="connsiteY0" fmla="*/ 246316 h 3555021"/>
              <a:gd name="connsiteX1" fmla="*/ 6051476 w 6051476"/>
              <a:gd name="connsiteY1" fmla="*/ 0 h 3555021"/>
              <a:gd name="connsiteX2" fmla="*/ 5384372 w 6051476"/>
              <a:gd name="connsiteY2" fmla="*/ 3555020 h 3555021"/>
              <a:gd name="connsiteX3" fmla="*/ 0 w 6051476"/>
              <a:gd name="connsiteY3" fmla="*/ 3555021 h 3555021"/>
              <a:gd name="connsiteX4" fmla="*/ 92369 w 6051476"/>
              <a:gd name="connsiteY4" fmla="*/ 246316 h 3555021"/>
              <a:gd name="connsiteX0" fmla="*/ 390000 w 6051476"/>
              <a:gd name="connsiteY0" fmla="*/ 0 h 3708967"/>
              <a:gd name="connsiteX1" fmla="*/ 6051476 w 6051476"/>
              <a:gd name="connsiteY1" fmla="*/ 153946 h 3708967"/>
              <a:gd name="connsiteX2" fmla="*/ 5384372 w 6051476"/>
              <a:gd name="connsiteY2" fmla="*/ 3708966 h 3708967"/>
              <a:gd name="connsiteX3" fmla="*/ 0 w 6051476"/>
              <a:gd name="connsiteY3" fmla="*/ 3708967 h 3708967"/>
              <a:gd name="connsiteX4" fmla="*/ 390000 w 6051476"/>
              <a:gd name="connsiteY4" fmla="*/ 0 h 3708967"/>
              <a:gd name="connsiteX0" fmla="*/ 451579 w 6051476"/>
              <a:gd name="connsiteY0" fmla="*/ 0 h 3750019"/>
              <a:gd name="connsiteX1" fmla="*/ 6051476 w 6051476"/>
              <a:gd name="connsiteY1" fmla="*/ 194998 h 3750019"/>
              <a:gd name="connsiteX2" fmla="*/ 5384372 w 6051476"/>
              <a:gd name="connsiteY2" fmla="*/ 3750018 h 3750019"/>
              <a:gd name="connsiteX3" fmla="*/ 0 w 6051476"/>
              <a:gd name="connsiteY3" fmla="*/ 3750019 h 3750019"/>
              <a:gd name="connsiteX4" fmla="*/ 451579 w 6051476"/>
              <a:gd name="connsiteY4" fmla="*/ 0 h 3750019"/>
              <a:gd name="connsiteX0" fmla="*/ 0 w 5599897"/>
              <a:gd name="connsiteY0" fmla="*/ 0 h 4447913"/>
              <a:gd name="connsiteX1" fmla="*/ 5599897 w 5599897"/>
              <a:gd name="connsiteY1" fmla="*/ 194998 h 4447913"/>
              <a:gd name="connsiteX2" fmla="*/ 4932793 w 5599897"/>
              <a:gd name="connsiteY2" fmla="*/ 3750018 h 4447913"/>
              <a:gd name="connsiteX3" fmla="*/ 410526 w 5599897"/>
              <a:gd name="connsiteY3" fmla="*/ 4447913 h 4447913"/>
              <a:gd name="connsiteX4" fmla="*/ 0 w 5599897"/>
              <a:gd name="connsiteY4" fmla="*/ 0 h 4447913"/>
              <a:gd name="connsiteX0" fmla="*/ 0 w 5599897"/>
              <a:gd name="connsiteY0" fmla="*/ 0 h 4376071"/>
              <a:gd name="connsiteX1" fmla="*/ 5599897 w 5599897"/>
              <a:gd name="connsiteY1" fmla="*/ 194998 h 4376071"/>
              <a:gd name="connsiteX2" fmla="*/ 4932793 w 5599897"/>
              <a:gd name="connsiteY2" fmla="*/ 3750018 h 4376071"/>
              <a:gd name="connsiteX3" fmla="*/ 502894 w 5599897"/>
              <a:gd name="connsiteY3" fmla="*/ 4376071 h 4376071"/>
              <a:gd name="connsiteX4" fmla="*/ 0 w 5599897"/>
              <a:gd name="connsiteY4" fmla="*/ 0 h 4376071"/>
              <a:gd name="connsiteX0" fmla="*/ 0 w 5558846"/>
              <a:gd name="connsiteY0" fmla="*/ 0 h 4232387"/>
              <a:gd name="connsiteX1" fmla="*/ 5558846 w 5558846"/>
              <a:gd name="connsiteY1" fmla="*/ 51314 h 4232387"/>
              <a:gd name="connsiteX2" fmla="*/ 4891742 w 5558846"/>
              <a:gd name="connsiteY2" fmla="*/ 3606334 h 4232387"/>
              <a:gd name="connsiteX3" fmla="*/ 461843 w 5558846"/>
              <a:gd name="connsiteY3" fmla="*/ 4232387 h 4232387"/>
              <a:gd name="connsiteX4" fmla="*/ 0 w 5558846"/>
              <a:gd name="connsiteY4" fmla="*/ 0 h 4232387"/>
              <a:gd name="connsiteX0" fmla="*/ 0 w 5558846"/>
              <a:gd name="connsiteY0" fmla="*/ 34887 h 4267274"/>
              <a:gd name="connsiteX1" fmla="*/ 5558846 w 5558846"/>
              <a:gd name="connsiteY1" fmla="*/ 86201 h 4267274"/>
              <a:gd name="connsiteX2" fmla="*/ 4891742 w 5558846"/>
              <a:gd name="connsiteY2" fmla="*/ 3641221 h 4267274"/>
              <a:gd name="connsiteX3" fmla="*/ 461843 w 5558846"/>
              <a:gd name="connsiteY3" fmla="*/ 4267274 h 4267274"/>
              <a:gd name="connsiteX4" fmla="*/ 0 w 5558846"/>
              <a:gd name="connsiteY4" fmla="*/ 34887 h 4267274"/>
              <a:gd name="connsiteX0" fmla="*/ 600593 w 5114967"/>
              <a:gd name="connsiteY0" fmla="*/ 17902 h 4439290"/>
              <a:gd name="connsiteX1" fmla="*/ 5114967 w 5114967"/>
              <a:gd name="connsiteY1" fmla="*/ 258217 h 4439290"/>
              <a:gd name="connsiteX2" fmla="*/ 4447863 w 5114967"/>
              <a:gd name="connsiteY2" fmla="*/ 3813237 h 4439290"/>
              <a:gd name="connsiteX3" fmla="*/ 17964 w 5114967"/>
              <a:gd name="connsiteY3" fmla="*/ 4439290 h 4439290"/>
              <a:gd name="connsiteX4" fmla="*/ 600593 w 5114967"/>
              <a:gd name="connsiteY4" fmla="*/ 17902 h 4439290"/>
              <a:gd name="connsiteX0" fmla="*/ 23258 w 4537632"/>
              <a:gd name="connsiteY0" fmla="*/ 17902 h 4568605"/>
              <a:gd name="connsiteX1" fmla="*/ 4537632 w 4537632"/>
              <a:gd name="connsiteY1" fmla="*/ 258217 h 4568605"/>
              <a:gd name="connsiteX2" fmla="*/ 3870528 w 4537632"/>
              <a:gd name="connsiteY2" fmla="*/ 3813237 h 4568605"/>
              <a:gd name="connsiteX3" fmla="*/ 47418 w 4537632"/>
              <a:gd name="connsiteY3" fmla="*/ 4568605 h 4568605"/>
              <a:gd name="connsiteX4" fmla="*/ 23258 w 4537632"/>
              <a:gd name="connsiteY4" fmla="*/ 17902 h 4568605"/>
              <a:gd name="connsiteX0" fmla="*/ 23258 w 4537632"/>
              <a:gd name="connsiteY0" fmla="*/ 17902 h 4568605"/>
              <a:gd name="connsiteX1" fmla="*/ 4537632 w 4537632"/>
              <a:gd name="connsiteY1" fmla="*/ 258217 h 4568605"/>
              <a:gd name="connsiteX2" fmla="*/ 4005232 w 4537632"/>
              <a:gd name="connsiteY2" fmla="*/ 4109586 h 4568605"/>
              <a:gd name="connsiteX3" fmla="*/ 47418 w 4537632"/>
              <a:gd name="connsiteY3" fmla="*/ 4568605 h 4568605"/>
              <a:gd name="connsiteX4" fmla="*/ 23258 w 4537632"/>
              <a:gd name="connsiteY4" fmla="*/ 17902 h 4568605"/>
              <a:gd name="connsiteX0" fmla="*/ 23258 w 4005232"/>
              <a:gd name="connsiteY0" fmla="*/ 433802 h 4984505"/>
              <a:gd name="connsiteX1" fmla="*/ 3971876 w 4005232"/>
              <a:gd name="connsiteY1" fmla="*/ 598 h 4984505"/>
              <a:gd name="connsiteX2" fmla="*/ 4005232 w 4005232"/>
              <a:gd name="connsiteY2" fmla="*/ 4525486 h 4984505"/>
              <a:gd name="connsiteX3" fmla="*/ 47418 w 4005232"/>
              <a:gd name="connsiteY3" fmla="*/ 4984505 h 4984505"/>
              <a:gd name="connsiteX4" fmla="*/ 23258 w 4005232"/>
              <a:gd name="connsiteY4" fmla="*/ 433802 h 4984505"/>
              <a:gd name="connsiteX0" fmla="*/ 23258 w 4268224"/>
              <a:gd name="connsiteY0" fmla="*/ 139829 h 4690532"/>
              <a:gd name="connsiteX1" fmla="*/ 4268224 w 4268224"/>
              <a:gd name="connsiteY1" fmla="*/ 2973 h 4690532"/>
              <a:gd name="connsiteX2" fmla="*/ 4005232 w 4268224"/>
              <a:gd name="connsiteY2" fmla="*/ 4231513 h 4690532"/>
              <a:gd name="connsiteX3" fmla="*/ 47418 w 4268224"/>
              <a:gd name="connsiteY3" fmla="*/ 4690532 h 4690532"/>
              <a:gd name="connsiteX4" fmla="*/ 23258 w 4268224"/>
              <a:gd name="connsiteY4" fmla="*/ 139829 h 4690532"/>
              <a:gd name="connsiteX0" fmla="*/ 23258 w 4341992"/>
              <a:gd name="connsiteY0" fmla="*/ 139829 h 4690532"/>
              <a:gd name="connsiteX1" fmla="*/ 4268224 w 4341992"/>
              <a:gd name="connsiteY1" fmla="*/ 2973 h 4690532"/>
              <a:gd name="connsiteX2" fmla="*/ 4341992 w 4341992"/>
              <a:gd name="connsiteY2" fmla="*/ 4568273 h 4690532"/>
              <a:gd name="connsiteX3" fmla="*/ 47418 w 4341992"/>
              <a:gd name="connsiteY3" fmla="*/ 4690532 h 4690532"/>
              <a:gd name="connsiteX4" fmla="*/ 23258 w 4341992"/>
              <a:gd name="connsiteY4" fmla="*/ 139829 h 4690532"/>
              <a:gd name="connsiteX0" fmla="*/ 0 w 4362735"/>
              <a:gd name="connsiteY0" fmla="*/ 27133 h 4823281"/>
              <a:gd name="connsiteX1" fmla="*/ 4288967 w 4362735"/>
              <a:gd name="connsiteY1" fmla="*/ 135722 h 4823281"/>
              <a:gd name="connsiteX2" fmla="*/ 4362735 w 4362735"/>
              <a:gd name="connsiteY2" fmla="*/ 4701022 h 4823281"/>
              <a:gd name="connsiteX3" fmla="*/ 68161 w 4362735"/>
              <a:gd name="connsiteY3" fmla="*/ 4823281 h 4823281"/>
              <a:gd name="connsiteX4" fmla="*/ 0 w 4362735"/>
              <a:gd name="connsiteY4" fmla="*/ 27133 h 4823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62735" h="4823281">
                <a:moveTo>
                  <a:pt x="0" y="27133"/>
                </a:moveTo>
                <a:cubicBezTo>
                  <a:pt x="1883738" y="-68657"/>
                  <a:pt x="2436018" y="118617"/>
                  <a:pt x="4288967" y="135722"/>
                </a:cubicBezTo>
                <a:lnTo>
                  <a:pt x="4362735" y="4701022"/>
                </a:lnTo>
                <a:lnTo>
                  <a:pt x="68161" y="4823281"/>
                </a:lnTo>
                <a:cubicBezTo>
                  <a:pt x="-85787" y="3412485"/>
                  <a:pt x="153948" y="1437929"/>
                  <a:pt x="0" y="27133"/>
                </a:cubicBezTo>
                <a:close/>
              </a:path>
            </a:pathLst>
          </a:custGeom>
          <a:gradFill flip="none" rotWithShape="1">
            <a:gsLst>
              <a:gs pos="100000">
                <a:srgbClr val="0D385A">
                  <a:alpha val="0"/>
                </a:srgbClr>
              </a:gs>
              <a:gs pos="53000">
                <a:srgbClr val="02294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椭圆 5"/>
          <p:cNvSpPr/>
          <p:nvPr/>
        </p:nvSpPr>
        <p:spPr>
          <a:xfrm>
            <a:off x="8732976" y="2659260"/>
            <a:ext cx="1392100" cy="1392100"/>
          </a:xfrm>
          <a:prstGeom prst="ellipse">
            <a:avLst/>
          </a:prstGeom>
          <a:solidFill>
            <a:schemeClr val="bg1"/>
          </a:solidFill>
          <a:ln>
            <a:noFill/>
          </a:ln>
          <a:scene3d>
            <a:camera prst="orthographicFront"/>
            <a:lightRig rig="sunrise" dir="t">
              <a:rot lat="0" lon="0" rev="2700000"/>
            </a:lightRig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9" name="椭圆 8"/>
          <p:cNvSpPr/>
          <p:nvPr/>
        </p:nvSpPr>
        <p:spPr>
          <a:xfrm>
            <a:off x="6528294" y="2659260"/>
            <a:ext cx="1392100" cy="1392100"/>
          </a:xfrm>
          <a:prstGeom prst="ellipse">
            <a:avLst/>
          </a:prstGeom>
          <a:solidFill>
            <a:schemeClr val="bg1"/>
          </a:solidFill>
          <a:ln>
            <a:noFill/>
          </a:ln>
          <a:scene3d>
            <a:camera prst="orthographicFront"/>
            <a:lightRig rig="sunrise" dir="t">
              <a:rot lat="0" lon="0" rev="2700000"/>
            </a:lightRig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2" name="椭圆 11"/>
          <p:cNvSpPr/>
          <p:nvPr/>
        </p:nvSpPr>
        <p:spPr>
          <a:xfrm>
            <a:off x="4323611" y="2659260"/>
            <a:ext cx="1392100" cy="1392100"/>
          </a:xfrm>
          <a:prstGeom prst="ellipse">
            <a:avLst/>
          </a:prstGeom>
          <a:solidFill>
            <a:schemeClr val="bg1"/>
          </a:solidFill>
          <a:ln>
            <a:noFill/>
          </a:ln>
          <a:scene3d>
            <a:camera prst="orthographicFront"/>
            <a:lightRig rig="sunrise" dir="t">
              <a:rot lat="0" lon="0" rev="2700000"/>
            </a:lightRig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dirty="0">
                <a:solidFill>
                  <a:schemeClr val="tx1"/>
                </a:solidFill>
              </a:rPr>
              <a:t> 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2532540" y="3239057"/>
            <a:ext cx="641016" cy="404937"/>
            <a:chOff x="1611228" y="613361"/>
            <a:chExt cx="2271455" cy="1434904"/>
          </a:xfrm>
          <a:noFill/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圆角矩形 13"/>
            <p:cNvSpPr/>
            <p:nvPr/>
          </p:nvSpPr>
          <p:spPr>
            <a:xfrm>
              <a:off x="1611228" y="613361"/>
              <a:ext cx="2271455" cy="1434904"/>
            </a:xfrm>
            <a:prstGeom prst="roundRect">
              <a:avLst/>
            </a:prstGeom>
            <a:grpFill/>
            <a:ln>
              <a:solidFill>
                <a:srgbClr val="0833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等腰三角形 14"/>
            <p:cNvSpPr/>
            <p:nvPr/>
          </p:nvSpPr>
          <p:spPr>
            <a:xfrm flipV="1">
              <a:off x="1814732" y="633046"/>
              <a:ext cx="1885071" cy="703384"/>
            </a:xfrm>
            <a:prstGeom prst="triangle">
              <a:avLst/>
            </a:prstGeom>
            <a:grpFill/>
            <a:ln>
              <a:solidFill>
                <a:srgbClr val="0833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矩形 18"/>
          <p:cNvSpPr/>
          <p:nvPr/>
        </p:nvSpPr>
        <p:spPr>
          <a:xfrm rot="2700000">
            <a:off x="2427906" y="3268377"/>
            <a:ext cx="2003328" cy="1455901"/>
          </a:xfrm>
          <a:custGeom>
            <a:avLst/>
            <a:gdLst>
              <a:gd name="connsiteX0" fmla="*/ 0 w 5138057"/>
              <a:gd name="connsiteY0" fmla="*/ 0 h 2641600"/>
              <a:gd name="connsiteX1" fmla="*/ 5138057 w 5138057"/>
              <a:gd name="connsiteY1" fmla="*/ 0 h 2641600"/>
              <a:gd name="connsiteX2" fmla="*/ 5138057 w 5138057"/>
              <a:gd name="connsiteY2" fmla="*/ 2641600 h 2641600"/>
              <a:gd name="connsiteX3" fmla="*/ 0 w 5138057"/>
              <a:gd name="connsiteY3" fmla="*/ 2641600 h 2641600"/>
              <a:gd name="connsiteX4" fmla="*/ 0 w 5138057"/>
              <a:gd name="connsiteY4" fmla="*/ 0 h 2641600"/>
              <a:gd name="connsiteX0" fmla="*/ 0 w 5907793"/>
              <a:gd name="connsiteY0" fmla="*/ 1652367 h 4293967"/>
              <a:gd name="connsiteX1" fmla="*/ 5907793 w 5907793"/>
              <a:gd name="connsiteY1" fmla="*/ 0 h 4293967"/>
              <a:gd name="connsiteX2" fmla="*/ 5138057 w 5907793"/>
              <a:gd name="connsiteY2" fmla="*/ 4293967 h 4293967"/>
              <a:gd name="connsiteX3" fmla="*/ 0 w 5907793"/>
              <a:gd name="connsiteY3" fmla="*/ 4293967 h 4293967"/>
              <a:gd name="connsiteX4" fmla="*/ 0 w 5907793"/>
              <a:gd name="connsiteY4" fmla="*/ 1652367 h 4293967"/>
              <a:gd name="connsiteX0" fmla="*/ 71842 w 5907793"/>
              <a:gd name="connsiteY0" fmla="*/ 738947 h 4293967"/>
              <a:gd name="connsiteX1" fmla="*/ 5907793 w 5907793"/>
              <a:gd name="connsiteY1" fmla="*/ 0 h 4293967"/>
              <a:gd name="connsiteX2" fmla="*/ 5138057 w 5907793"/>
              <a:gd name="connsiteY2" fmla="*/ 4293967 h 4293967"/>
              <a:gd name="connsiteX3" fmla="*/ 0 w 5907793"/>
              <a:gd name="connsiteY3" fmla="*/ 4293967 h 4293967"/>
              <a:gd name="connsiteX4" fmla="*/ 71842 w 5907793"/>
              <a:gd name="connsiteY4" fmla="*/ 738947 h 4293967"/>
              <a:gd name="connsiteX0" fmla="*/ 102630 w 5938581"/>
              <a:gd name="connsiteY0" fmla="*/ 738947 h 4293967"/>
              <a:gd name="connsiteX1" fmla="*/ 5938581 w 5938581"/>
              <a:gd name="connsiteY1" fmla="*/ 0 h 4293967"/>
              <a:gd name="connsiteX2" fmla="*/ 5168845 w 5938581"/>
              <a:gd name="connsiteY2" fmla="*/ 4293967 h 4293967"/>
              <a:gd name="connsiteX3" fmla="*/ 0 w 5938581"/>
              <a:gd name="connsiteY3" fmla="*/ 4119494 h 4293967"/>
              <a:gd name="connsiteX4" fmla="*/ 102630 w 5938581"/>
              <a:gd name="connsiteY4" fmla="*/ 738947 h 4293967"/>
              <a:gd name="connsiteX0" fmla="*/ 102630 w 5938581"/>
              <a:gd name="connsiteY0" fmla="*/ 738947 h 4119494"/>
              <a:gd name="connsiteX1" fmla="*/ 5938581 w 5938581"/>
              <a:gd name="connsiteY1" fmla="*/ 0 h 4119494"/>
              <a:gd name="connsiteX2" fmla="*/ 5271477 w 5938581"/>
              <a:gd name="connsiteY2" fmla="*/ 3555020 h 4119494"/>
              <a:gd name="connsiteX3" fmla="*/ 0 w 5938581"/>
              <a:gd name="connsiteY3" fmla="*/ 4119494 h 4119494"/>
              <a:gd name="connsiteX4" fmla="*/ 102630 w 5938581"/>
              <a:gd name="connsiteY4" fmla="*/ 738947 h 4119494"/>
              <a:gd name="connsiteX0" fmla="*/ 0 w 5959107"/>
              <a:gd name="connsiteY0" fmla="*/ 246316 h 4119494"/>
              <a:gd name="connsiteX1" fmla="*/ 5959107 w 5959107"/>
              <a:gd name="connsiteY1" fmla="*/ 0 h 4119494"/>
              <a:gd name="connsiteX2" fmla="*/ 5292003 w 5959107"/>
              <a:gd name="connsiteY2" fmla="*/ 3555020 h 4119494"/>
              <a:gd name="connsiteX3" fmla="*/ 20526 w 5959107"/>
              <a:gd name="connsiteY3" fmla="*/ 4119494 h 4119494"/>
              <a:gd name="connsiteX4" fmla="*/ 0 w 5959107"/>
              <a:gd name="connsiteY4" fmla="*/ 246316 h 4119494"/>
              <a:gd name="connsiteX0" fmla="*/ 0 w 5959107"/>
              <a:gd name="connsiteY0" fmla="*/ 246316 h 4591598"/>
              <a:gd name="connsiteX1" fmla="*/ 5959107 w 5959107"/>
              <a:gd name="connsiteY1" fmla="*/ 0 h 4591598"/>
              <a:gd name="connsiteX2" fmla="*/ 5292003 w 5959107"/>
              <a:gd name="connsiteY2" fmla="*/ 3555020 h 4591598"/>
              <a:gd name="connsiteX3" fmla="*/ 82104 w 5959107"/>
              <a:gd name="connsiteY3" fmla="*/ 4591598 h 4591598"/>
              <a:gd name="connsiteX4" fmla="*/ 0 w 5959107"/>
              <a:gd name="connsiteY4" fmla="*/ 246316 h 4591598"/>
              <a:gd name="connsiteX0" fmla="*/ 123159 w 6082266"/>
              <a:gd name="connsiteY0" fmla="*/ 246316 h 3750020"/>
              <a:gd name="connsiteX1" fmla="*/ 6082266 w 6082266"/>
              <a:gd name="connsiteY1" fmla="*/ 0 h 3750020"/>
              <a:gd name="connsiteX2" fmla="*/ 5415162 w 6082266"/>
              <a:gd name="connsiteY2" fmla="*/ 3555020 h 3750020"/>
              <a:gd name="connsiteX3" fmla="*/ 0 w 6082266"/>
              <a:gd name="connsiteY3" fmla="*/ 3750020 h 3750020"/>
              <a:gd name="connsiteX4" fmla="*/ 123159 w 6082266"/>
              <a:gd name="connsiteY4" fmla="*/ 246316 h 3750020"/>
              <a:gd name="connsiteX0" fmla="*/ 92369 w 6051476"/>
              <a:gd name="connsiteY0" fmla="*/ 246316 h 3555021"/>
              <a:gd name="connsiteX1" fmla="*/ 6051476 w 6051476"/>
              <a:gd name="connsiteY1" fmla="*/ 0 h 3555021"/>
              <a:gd name="connsiteX2" fmla="*/ 5384372 w 6051476"/>
              <a:gd name="connsiteY2" fmla="*/ 3555020 h 3555021"/>
              <a:gd name="connsiteX3" fmla="*/ 0 w 6051476"/>
              <a:gd name="connsiteY3" fmla="*/ 3555021 h 3555021"/>
              <a:gd name="connsiteX4" fmla="*/ 92369 w 6051476"/>
              <a:gd name="connsiteY4" fmla="*/ 246316 h 3555021"/>
              <a:gd name="connsiteX0" fmla="*/ 390000 w 6051476"/>
              <a:gd name="connsiteY0" fmla="*/ 0 h 3708967"/>
              <a:gd name="connsiteX1" fmla="*/ 6051476 w 6051476"/>
              <a:gd name="connsiteY1" fmla="*/ 153946 h 3708967"/>
              <a:gd name="connsiteX2" fmla="*/ 5384372 w 6051476"/>
              <a:gd name="connsiteY2" fmla="*/ 3708966 h 3708967"/>
              <a:gd name="connsiteX3" fmla="*/ 0 w 6051476"/>
              <a:gd name="connsiteY3" fmla="*/ 3708967 h 3708967"/>
              <a:gd name="connsiteX4" fmla="*/ 390000 w 6051476"/>
              <a:gd name="connsiteY4" fmla="*/ 0 h 3708967"/>
              <a:gd name="connsiteX0" fmla="*/ 451579 w 6051476"/>
              <a:gd name="connsiteY0" fmla="*/ 0 h 3750019"/>
              <a:gd name="connsiteX1" fmla="*/ 6051476 w 6051476"/>
              <a:gd name="connsiteY1" fmla="*/ 194998 h 3750019"/>
              <a:gd name="connsiteX2" fmla="*/ 5384372 w 6051476"/>
              <a:gd name="connsiteY2" fmla="*/ 3750018 h 3750019"/>
              <a:gd name="connsiteX3" fmla="*/ 0 w 6051476"/>
              <a:gd name="connsiteY3" fmla="*/ 3750019 h 3750019"/>
              <a:gd name="connsiteX4" fmla="*/ 451579 w 6051476"/>
              <a:gd name="connsiteY4" fmla="*/ 0 h 3750019"/>
              <a:gd name="connsiteX0" fmla="*/ 0 w 5599897"/>
              <a:gd name="connsiteY0" fmla="*/ 0 h 4447913"/>
              <a:gd name="connsiteX1" fmla="*/ 5599897 w 5599897"/>
              <a:gd name="connsiteY1" fmla="*/ 194998 h 4447913"/>
              <a:gd name="connsiteX2" fmla="*/ 4932793 w 5599897"/>
              <a:gd name="connsiteY2" fmla="*/ 3750018 h 4447913"/>
              <a:gd name="connsiteX3" fmla="*/ 410526 w 5599897"/>
              <a:gd name="connsiteY3" fmla="*/ 4447913 h 4447913"/>
              <a:gd name="connsiteX4" fmla="*/ 0 w 5599897"/>
              <a:gd name="connsiteY4" fmla="*/ 0 h 4447913"/>
              <a:gd name="connsiteX0" fmla="*/ 0 w 5599897"/>
              <a:gd name="connsiteY0" fmla="*/ 0 h 4376071"/>
              <a:gd name="connsiteX1" fmla="*/ 5599897 w 5599897"/>
              <a:gd name="connsiteY1" fmla="*/ 194998 h 4376071"/>
              <a:gd name="connsiteX2" fmla="*/ 4932793 w 5599897"/>
              <a:gd name="connsiteY2" fmla="*/ 3750018 h 4376071"/>
              <a:gd name="connsiteX3" fmla="*/ 502894 w 5599897"/>
              <a:gd name="connsiteY3" fmla="*/ 4376071 h 4376071"/>
              <a:gd name="connsiteX4" fmla="*/ 0 w 5599897"/>
              <a:gd name="connsiteY4" fmla="*/ 0 h 4376071"/>
              <a:gd name="connsiteX0" fmla="*/ 0 w 5558846"/>
              <a:gd name="connsiteY0" fmla="*/ 0 h 4232387"/>
              <a:gd name="connsiteX1" fmla="*/ 5558846 w 5558846"/>
              <a:gd name="connsiteY1" fmla="*/ 51314 h 4232387"/>
              <a:gd name="connsiteX2" fmla="*/ 4891742 w 5558846"/>
              <a:gd name="connsiteY2" fmla="*/ 3606334 h 4232387"/>
              <a:gd name="connsiteX3" fmla="*/ 461843 w 5558846"/>
              <a:gd name="connsiteY3" fmla="*/ 4232387 h 4232387"/>
              <a:gd name="connsiteX4" fmla="*/ 0 w 5558846"/>
              <a:gd name="connsiteY4" fmla="*/ 0 h 4232387"/>
              <a:gd name="connsiteX0" fmla="*/ 0 w 5558846"/>
              <a:gd name="connsiteY0" fmla="*/ 34887 h 4267274"/>
              <a:gd name="connsiteX1" fmla="*/ 5558846 w 5558846"/>
              <a:gd name="connsiteY1" fmla="*/ 86201 h 4267274"/>
              <a:gd name="connsiteX2" fmla="*/ 4891742 w 5558846"/>
              <a:gd name="connsiteY2" fmla="*/ 3641221 h 4267274"/>
              <a:gd name="connsiteX3" fmla="*/ 461843 w 5558846"/>
              <a:gd name="connsiteY3" fmla="*/ 4267274 h 4267274"/>
              <a:gd name="connsiteX4" fmla="*/ 0 w 5558846"/>
              <a:gd name="connsiteY4" fmla="*/ 34887 h 4267274"/>
              <a:gd name="connsiteX0" fmla="*/ 600593 w 5114967"/>
              <a:gd name="connsiteY0" fmla="*/ 17902 h 4439290"/>
              <a:gd name="connsiteX1" fmla="*/ 5114967 w 5114967"/>
              <a:gd name="connsiteY1" fmla="*/ 258217 h 4439290"/>
              <a:gd name="connsiteX2" fmla="*/ 4447863 w 5114967"/>
              <a:gd name="connsiteY2" fmla="*/ 3813237 h 4439290"/>
              <a:gd name="connsiteX3" fmla="*/ 17964 w 5114967"/>
              <a:gd name="connsiteY3" fmla="*/ 4439290 h 4439290"/>
              <a:gd name="connsiteX4" fmla="*/ 600593 w 5114967"/>
              <a:gd name="connsiteY4" fmla="*/ 17902 h 4439290"/>
              <a:gd name="connsiteX0" fmla="*/ 23258 w 4537632"/>
              <a:gd name="connsiteY0" fmla="*/ 17902 h 4568605"/>
              <a:gd name="connsiteX1" fmla="*/ 4537632 w 4537632"/>
              <a:gd name="connsiteY1" fmla="*/ 258217 h 4568605"/>
              <a:gd name="connsiteX2" fmla="*/ 3870528 w 4537632"/>
              <a:gd name="connsiteY2" fmla="*/ 3813237 h 4568605"/>
              <a:gd name="connsiteX3" fmla="*/ 47418 w 4537632"/>
              <a:gd name="connsiteY3" fmla="*/ 4568605 h 4568605"/>
              <a:gd name="connsiteX4" fmla="*/ 23258 w 4537632"/>
              <a:gd name="connsiteY4" fmla="*/ 17902 h 4568605"/>
              <a:gd name="connsiteX0" fmla="*/ 23258 w 4537632"/>
              <a:gd name="connsiteY0" fmla="*/ 17902 h 4568605"/>
              <a:gd name="connsiteX1" fmla="*/ 4537632 w 4537632"/>
              <a:gd name="connsiteY1" fmla="*/ 258217 h 4568605"/>
              <a:gd name="connsiteX2" fmla="*/ 4005232 w 4537632"/>
              <a:gd name="connsiteY2" fmla="*/ 4109586 h 4568605"/>
              <a:gd name="connsiteX3" fmla="*/ 47418 w 4537632"/>
              <a:gd name="connsiteY3" fmla="*/ 4568605 h 4568605"/>
              <a:gd name="connsiteX4" fmla="*/ 23258 w 4537632"/>
              <a:gd name="connsiteY4" fmla="*/ 17902 h 4568605"/>
              <a:gd name="connsiteX0" fmla="*/ 23258 w 4005232"/>
              <a:gd name="connsiteY0" fmla="*/ 433802 h 4984505"/>
              <a:gd name="connsiteX1" fmla="*/ 3971876 w 4005232"/>
              <a:gd name="connsiteY1" fmla="*/ 598 h 4984505"/>
              <a:gd name="connsiteX2" fmla="*/ 4005232 w 4005232"/>
              <a:gd name="connsiteY2" fmla="*/ 4525486 h 4984505"/>
              <a:gd name="connsiteX3" fmla="*/ 47418 w 4005232"/>
              <a:gd name="connsiteY3" fmla="*/ 4984505 h 4984505"/>
              <a:gd name="connsiteX4" fmla="*/ 23258 w 4005232"/>
              <a:gd name="connsiteY4" fmla="*/ 433802 h 4984505"/>
              <a:gd name="connsiteX0" fmla="*/ 23258 w 4268224"/>
              <a:gd name="connsiteY0" fmla="*/ 139829 h 4690532"/>
              <a:gd name="connsiteX1" fmla="*/ 4268224 w 4268224"/>
              <a:gd name="connsiteY1" fmla="*/ 2973 h 4690532"/>
              <a:gd name="connsiteX2" fmla="*/ 4005232 w 4268224"/>
              <a:gd name="connsiteY2" fmla="*/ 4231513 h 4690532"/>
              <a:gd name="connsiteX3" fmla="*/ 47418 w 4268224"/>
              <a:gd name="connsiteY3" fmla="*/ 4690532 h 4690532"/>
              <a:gd name="connsiteX4" fmla="*/ 23258 w 4268224"/>
              <a:gd name="connsiteY4" fmla="*/ 139829 h 4690532"/>
              <a:gd name="connsiteX0" fmla="*/ 23258 w 4341992"/>
              <a:gd name="connsiteY0" fmla="*/ 139829 h 4690532"/>
              <a:gd name="connsiteX1" fmla="*/ 4268224 w 4341992"/>
              <a:gd name="connsiteY1" fmla="*/ 2973 h 4690532"/>
              <a:gd name="connsiteX2" fmla="*/ 4341992 w 4341992"/>
              <a:gd name="connsiteY2" fmla="*/ 4568273 h 4690532"/>
              <a:gd name="connsiteX3" fmla="*/ 47418 w 4341992"/>
              <a:gd name="connsiteY3" fmla="*/ 4690532 h 4690532"/>
              <a:gd name="connsiteX4" fmla="*/ 23258 w 4341992"/>
              <a:gd name="connsiteY4" fmla="*/ 139829 h 4690532"/>
              <a:gd name="connsiteX0" fmla="*/ 0 w 4362735"/>
              <a:gd name="connsiteY0" fmla="*/ 27133 h 4823281"/>
              <a:gd name="connsiteX1" fmla="*/ 4288967 w 4362735"/>
              <a:gd name="connsiteY1" fmla="*/ 135722 h 4823281"/>
              <a:gd name="connsiteX2" fmla="*/ 4362735 w 4362735"/>
              <a:gd name="connsiteY2" fmla="*/ 4701022 h 4823281"/>
              <a:gd name="connsiteX3" fmla="*/ 68161 w 4362735"/>
              <a:gd name="connsiteY3" fmla="*/ 4823281 h 4823281"/>
              <a:gd name="connsiteX4" fmla="*/ 0 w 4362735"/>
              <a:gd name="connsiteY4" fmla="*/ 27133 h 4823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62735" h="4823281">
                <a:moveTo>
                  <a:pt x="0" y="27133"/>
                </a:moveTo>
                <a:cubicBezTo>
                  <a:pt x="1883738" y="-68657"/>
                  <a:pt x="2436018" y="118617"/>
                  <a:pt x="4288967" y="135722"/>
                </a:cubicBezTo>
                <a:lnTo>
                  <a:pt x="4362735" y="4701022"/>
                </a:lnTo>
                <a:lnTo>
                  <a:pt x="68161" y="4823281"/>
                </a:lnTo>
                <a:cubicBezTo>
                  <a:pt x="-85787" y="3412485"/>
                  <a:pt x="153948" y="1437929"/>
                  <a:pt x="0" y="27133"/>
                </a:cubicBezTo>
                <a:close/>
              </a:path>
            </a:pathLst>
          </a:custGeom>
          <a:gradFill flip="none" rotWithShape="1">
            <a:gsLst>
              <a:gs pos="100000">
                <a:srgbClr val="0D385A">
                  <a:alpha val="0"/>
                </a:srgbClr>
              </a:gs>
              <a:gs pos="53000">
                <a:srgbClr val="02294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" name="椭圆 30"/>
          <p:cNvSpPr/>
          <p:nvPr/>
        </p:nvSpPr>
        <p:spPr>
          <a:xfrm>
            <a:off x="2118928" y="2659260"/>
            <a:ext cx="1392099" cy="1392100"/>
          </a:xfrm>
          <a:prstGeom prst="ellipse">
            <a:avLst/>
          </a:prstGeom>
          <a:solidFill>
            <a:schemeClr val="bg1"/>
          </a:solidFill>
          <a:ln>
            <a:noFill/>
          </a:ln>
          <a:scene3d>
            <a:camera prst="orthographicFront"/>
            <a:lightRig rig="sunrise" dir="t">
              <a:rot lat="0" lon="0" rev="2700000"/>
            </a:lightRig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36" name="矩形 35"/>
          <p:cNvSpPr/>
          <p:nvPr/>
        </p:nvSpPr>
        <p:spPr>
          <a:xfrm>
            <a:off x="2531710" y="4253854"/>
            <a:ext cx="7425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</a:rPr>
              <a:t>55%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51" name="空心弧 50"/>
          <p:cNvSpPr/>
          <p:nvPr/>
        </p:nvSpPr>
        <p:spPr>
          <a:xfrm rot="15939713">
            <a:off x="2197806" y="2802147"/>
            <a:ext cx="1173443" cy="1173443"/>
          </a:xfrm>
          <a:prstGeom prst="blockArc">
            <a:avLst>
              <a:gd name="adj1" fmla="val 7761105"/>
              <a:gd name="adj2" fmla="val 19826990"/>
              <a:gd name="adj3" fmla="val 18263"/>
            </a:avLst>
          </a:prstGeom>
          <a:solidFill>
            <a:srgbClr val="0C3757"/>
          </a:solidFill>
          <a:ln>
            <a:noFill/>
          </a:ln>
          <a:effectLst>
            <a:outerShdw blurRad="63500" dist="50800" sx="101000" sy="101000" algn="l" rotWithShape="0">
              <a:srgbClr val="072944">
                <a:alpha val="3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2" name="空心弧 51"/>
          <p:cNvSpPr/>
          <p:nvPr/>
        </p:nvSpPr>
        <p:spPr>
          <a:xfrm rot="4876142">
            <a:off x="4414584" y="2804250"/>
            <a:ext cx="1173443" cy="1173443"/>
          </a:xfrm>
          <a:prstGeom prst="blockArc">
            <a:avLst>
              <a:gd name="adj1" fmla="val 11897922"/>
              <a:gd name="adj2" fmla="val 19826990"/>
              <a:gd name="adj3" fmla="val 18263"/>
            </a:avLst>
          </a:prstGeom>
          <a:solidFill>
            <a:srgbClr val="0C3757"/>
          </a:solidFill>
          <a:ln>
            <a:noFill/>
          </a:ln>
          <a:effectLst>
            <a:outerShdw blurRad="63500" dist="50800" sx="101000" sy="101000" algn="l" rotWithShape="0">
              <a:srgbClr val="072944">
                <a:alpha val="3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4699205" y="4253854"/>
            <a:ext cx="7425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</a:rPr>
              <a:t>35%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54" name="空心弧 53"/>
          <p:cNvSpPr/>
          <p:nvPr/>
        </p:nvSpPr>
        <p:spPr>
          <a:xfrm rot="19611058">
            <a:off x="6598675" y="2802147"/>
            <a:ext cx="1173443" cy="1173443"/>
          </a:xfrm>
          <a:prstGeom prst="blockArc">
            <a:avLst>
              <a:gd name="adj1" fmla="val 16516140"/>
              <a:gd name="adj2" fmla="val 19826990"/>
              <a:gd name="adj3" fmla="val 18263"/>
            </a:avLst>
          </a:prstGeom>
          <a:solidFill>
            <a:srgbClr val="0C3757"/>
          </a:solidFill>
          <a:ln>
            <a:noFill/>
          </a:ln>
          <a:effectLst>
            <a:outerShdw blurRad="63500" dist="50800" sx="101000" sy="101000" algn="l" rotWithShape="0">
              <a:srgbClr val="072944">
                <a:alpha val="3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6903888" y="4253854"/>
            <a:ext cx="5533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</a:rPr>
              <a:t>5%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56" name="空心弧 55"/>
          <p:cNvSpPr/>
          <p:nvPr/>
        </p:nvSpPr>
        <p:spPr>
          <a:xfrm rot="17451255">
            <a:off x="8775676" y="2802146"/>
            <a:ext cx="1173443" cy="1173443"/>
          </a:xfrm>
          <a:prstGeom prst="blockArc">
            <a:avLst>
              <a:gd name="adj1" fmla="val 16516140"/>
              <a:gd name="adj2" fmla="val 19826990"/>
              <a:gd name="adj3" fmla="val 18263"/>
            </a:avLst>
          </a:prstGeom>
          <a:solidFill>
            <a:srgbClr val="0C3757"/>
          </a:solidFill>
          <a:ln>
            <a:noFill/>
          </a:ln>
          <a:effectLst>
            <a:outerShdw blurRad="63500" dist="50800" sx="101000" sy="101000" algn="l" rotWithShape="0">
              <a:srgbClr val="072944">
                <a:alpha val="3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9203147" y="4266118"/>
            <a:ext cx="5533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</a:rPr>
              <a:t>5%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3919472" y="749430"/>
            <a:ext cx="413767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</a:rPr>
              <a:t>Then add this title</a:t>
            </a:r>
            <a:endParaRPr lang="zh-CN" alt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1943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18"/>
          <p:cNvSpPr/>
          <p:nvPr/>
        </p:nvSpPr>
        <p:spPr>
          <a:xfrm rot="2700000">
            <a:off x="5053469" y="2712701"/>
            <a:ext cx="6323964" cy="4724479"/>
          </a:xfrm>
          <a:custGeom>
            <a:avLst/>
            <a:gdLst>
              <a:gd name="connsiteX0" fmla="*/ 0 w 5138057"/>
              <a:gd name="connsiteY0" fmla="*/ 0 h 2641600"/>
              <a:gd name="connsiteX1" fmla="*/ 5138057 w 5138057"/>
              <a:gd name="connsiteY1" fmla="*/ 0 h 2641600"/>
              <a:gd name="connsiteX2" fmla="*/ 5138057 w 5138057"/>
              <a:gd name="connsiteY2" fmla="*/ 2641600 h 2641600"/>
              <a:gd name="connsiteX3" fmla="*/ 0 w 5138057"/>
              <a:gd name="connsiteY3" fmla="*/ 2641600 h 2641600"/>
              <a:gd name="connsiteX4" fmla="*/ 0 w 5138057"/>
              <a:gd name="connsiteY4" fmla="*/ 0 h 2641600"/>
              <a:gd name="connsiteX0" fmla="*/ 0 w 5907793"/>
              <a:gd name="connsiteY0" fmla="*/ 1652367 h 4293967"/>
              <a:gd name="connsiteX1" fmla="*/ 5907793 w 5907793"/>
              <a:gd name="connsiteY1" fmla="*/ 0 h 4293967"/>
              <a:gd name="connsiteX2" fmla="*/ 5138057 w 5907793"/>
              <a:gd name="connsiteY2" fmla="*/ 4293967 h 4293967"/>
              <a:gd name="connsiteX3" fmla="*/ 0 w 5907793"/>
              <a:gd name="connsiteY3" fmla="*/ 4293967 h 4293967"/>
              <a:gd name="connsiteX4" fmla="*/ 0 w 5907793"/>
              <a:gd name="connsiteY4" fmla="*/ 1652367 h 4293967"/>
              <a:gd name="connsiteX0" fmla="*/ 71842 w 5907793"/>
              <a:gd name="connsiteY0" fmla="*/ 738947 h 4293967"/>
              <a:gd name="connsiteX1" fmla="*/ 5907793 w 5907793"/>
              <a:gd name="connsiteY1" fmla="*/ 0 h 4293967"/>
              <a:gd name="connsiteX2" fmla="*/ 5138057 w 5907793"/>
              <a:gd name="connsiteY2" fmla="*/ 4293967 h 4293967"/>
              <a:gd name="connsiteX3" fmla="*/ 0 w 5907793"/>
              <a:gd name="connsiteY3" fmla="*/ 4293967 h 4293967"/>
              <a:gd name="connsiteX4" fmla="*/ 71842 w 5907793"/>
              <a:gd name="connsiteY4" fmla="*/ 738947 h 4293967"/>
              <a:gd name="connsiteX0" fmla="*/ 102630 w 5938581"/>
              <a:gd name="connsiteY0" fmla="*/ 738947 h 4293967"/>
              <a:gd name="connsiteX1" fmla="*/ 5938581 w 5938581"/>
              <a:gd name="connsiteY1" fmla="*/ 0 h 4293967"/>
              <a:gd name="connsiteX2" fmla="*/ 5168845 w 5938581"/>
              <a:gd name="connsiteY2" fmla="*/ 4293967 h 4293967"/>
              <a:gd name="connsiteX3" fmla="*/ 0 w 5938581"/>
              <a:gd name="connsiteY3" fmla="*/ 4119494 h 4293967"/>
              <a:gd name="connsiteX4" fmla="*/ 102630 w 5938581"/>
              <a:gd name="connsiteY4" fmla="*/ 738947 h 4293967"/>
              <a:gd name="connsiteX0" fmla="*/ 102630 w 5938581"/>
              <a:gd name="connsiteY0" fmla="*/ 738947 h 4119494"/>
              <a:gd name="connsiteX1" fmla="*/ 5938581 w 5938581"/>
              <a:gd name="connsiteY1" fmla="*/ 0 h 4119494"/>
              <a:gd name="connsiteX2" fmla="*/ 5271477 w 5938581"/>
              <a:gd name="connsiteY2" fmla="*/ 3555020 h 4119494"/>
              <a:gd name="connsiteX3" fmla="*/ 0 w 5938581"/>
              <a:gd name="connsiteY3" fmla="*/ 4119494 h 4119494"/>
              <a:gd name="connsiteX4" fmla="*/ 102630 w 5938581"/>
              <a:gd name="connsiteY4" fmla="*/ 738947 h 4119494"/>
              <a:gd name="connsiteX0" fmla="*/ 0 w 5959107"/>
              <a:gd name="connsiteY0" fmla="*/ 246316 h 4119494"/>
              <a:gd name="connsiteX1" fmla="*/ 5959107 w 5959107"/>
              <a:gd name="connsiteY1" fmla="*/ 0 h 4119494"/>
              <a:gd name="connsiteX2" fmla="*/ 5292003 w 5959107"/>
              <a:gd name="connsiteY2" fmla="*/ 3555020 h 4119494"/>
              <a:gd name="connsiteX3" fmla="*/ 20526 w 5959107"/>
              <a:gd name="connsiteY3" fmla="*/ 4119494 h 4119494"/>
              <a:gd name="connsiteX4" fmla="*/ 0 w 5959107"/>
              <a:gd name="connsiteY4" fmla="*/ 246316 h 4119494"/>
              <a:gd name="connsiteX0" fmla="*/ 0 w 5959107"/>
              <a:gd name="connsiteY0" fmla="*/ 246316 h 4591598"/>
              <a:gd name="connsiteX1" fmla="*/ 5959107 w 5959107"/>
              <a:gd name="connsiteY1" fmla="*/ 0 h 4591598"/>
              <a:gd name="connsiteX2" fmla="*/ 5292003 w 5959107"/>
              <a:gd name="connsiteY2" fmla="*/ 3555020 h 4591598"/>
              <a:gd name="connsiteX3" fmla="*/ 82104 w 5959107"/>
              <a:gd name="connsiteY3" fmla="*/ 4591598 h 4591598"/>
              <a:gd name="connsiteX4" fmla="*/ 0 w 5959107"/>
              <a:gd name="connsiteY4" fmla="*/ 246316 h 4591598"/>
              <a:gd name="connsiteX0" fmla="*/ 123159 w 6082266"/>
              <a:gd name="connsiteY0" fmla="*/ 246316 h 3750020"/>
              <a:gd name="connsiteX1" fmla="*/ 6082266 w 6082266"/>
              <a:gd name="connsiteY1" fmla="*/ 0 h 3750020"/>
              <a:gd name="connsiteX2" fmla="*/ 5415162 w 6082266"/>
              <a:gd name="connsiteY2" fmla="*/ 3555020 h 3750020"/>
              <a:gd name="connsiteX3" fmla="*/ 0 w 6082266"/>
              <a:gd name="connsiteY3" fmla="*/ 3750020 h 3750020"/>
              <a:gd name="connsiteX4" fmla="*/ 123159 w 6082266"/>
              <a:gd name="connsiteY4" fmla="*/ 246316 h 3750020"/>
              <a:gd name="connsiteX0" fmla="*/ 92369 w 6051476"/>
              <a:gd name="connsiteY0" fmla="*/ 246316 h 3555021"/>
              <a:gd name="connsiteX1" fmla="*/ 6051476 w 6051476"/>
              <a:gd name="connsiteY1" fmla="*/ 0 h 3555021"/>
              <a:gd name="connsiteX2" fmla="*/ 5384372 w 6051476"/>
              <a:gd name="connsiteY2" fmla="*/ 3555020 h 3555021"/>
              <a:gd name="connsiteX3" fmla="*/ 0 w 6051476"/>
              <a:gd name="connsiteY3" fmla="*/ 3555021 h 3555021"/>
              <a:gd name="connsiteX4" fmla="*/ 92369 w 6051476"/>
              <a:gd name="connsiteY4" fmla="*/ 246316 h 3555021"/>
              <a:gd name="connsiteX0" fmla="*/ 390000 w 6051476"/>
              <a:gd name="connsiteY0" fmla="*/ 0 h 3708967"/>
              <a:gd name="connsiteX1" fmla="*/ 6051476 w 6051476"/>
              <a:gd name="connsiteY1" fmla="*/ 153946 h 3708967"/>
              <a:gd name="connsiteX2" fmla="*/ 5384372 w 6051476"/>
              <a:gd name="connsiteY2" fmla="*/ 3708966 h 3708967"/>
              <a:gd name="connsiteX3" fmla="*/ 0 w 6051476"/>
              <a:gd name="connsiteY3" fmla="*/ 3708967 h 3708967"/>
              <a:gd name="connsiteX4" fmla="*/ 390000 w 6051476"/>
              <a:gd name="connsiteY4" fmla="*/ 0 h 3708967"/>
              <a:gd name="connsiteX0" fmla="*/ 451579 w 6051476"/>
              <a:gd name="connsiteY0" fmla="*/ 0 h 3750019"/>
              <a:gd name="connsiteX1" fmla="*/ 6051476 w 6051476"/>
              <a:gd name="connsiteY1" fmla="*/ 194998 h 3750019"/>
              <a:gd name="connsiteX2" fmla="*/ 5384372 w 6051476"/>
              <a:gd name="connsiteY2" fmla="*/ 3750018 h 3750019"/>
              <a:gd name="connsiteX3" fmla="*/ 0 w 6051476"/>
              <a:gd name="connsiteY3" fmla="*/ 3750019 h 3750019"/>
              <a:gd name="connsiteX4" fmla="*/ 451579 w 6051476"/>
              <a:gd name="connsiteY4" fmla="*/ 0 h 3750019"/>
              <a:gd name="connsiteX0" fmla="*/ 0 w 5599897"/>
              <a:gd name="connsiteY0" fmla="*/ 0 h 4447913"/>
              <a:gd name="connsiteX1" fmla="*/ 5599897 w 5599897"/>
              <a:gd name="connsiteY1" fmla="*/ 194998 h 4447913"/>
              <a:gd name="connsiteX2" fmla="*/ 4932793 w 5599897"/>
              <a:gd name="connsiteY2" fmla="*/ 3750018 h 4447913"/>
              <a:gd name="connsiteX3" fmla="*/ 410526 w 5599897"/>
              <a:gd name="connsiteY3" fmla="*/ 4447913 h 4447913"/>
              <a:gd name="connsiteX4" fmla="*/ 0 w 5599897"/>
              <a:gd name="connsiteY4" fmla="*/ 0 h 4447913"/>
              <a:gd name="connsiteX0" fmla="*/ 0 w 5599897"/>
              <a:gd name="connsiteY0" fmla="*/ 0 h 4376071"/>
              <a:gd name="connsiteX1" fmla="*/ 5599897 w 5599897"/>
              <a:gd name="connsiteY1" fmla="*/ 194998 h 4376071"/>
              <a:gd name="connsiteX2" fmla="*/ 4932793 w 5599897"/>
              <a:gd name="connsiteY2" fmla="*/ 3750018 h 4376071"/>
              <a:gd name="connsiteX3" fmla="*/ 502894 w 5599897"/>
              <a:gd name="connsiteY3" fmla="*/ 4376071 h 4376071"/>
              <a:gd name="connsiteX4" fmla="*/ 0 w 5599897"/>
              <a:gd name="connsiteY4" fmla="*/ 0 h 4376071"/>
              <a:gd name="connsiteX0" fmla="*/ 0 w 5558846"/>
              <a:gd name="connsiteY0" fmla="*/ 0 h 4232387"/>
              <a:gd name="connsiteX1" fmla="*/ 5558846 w 5558846"/>
              <a:gd name="connsiteY1" fmla="*/ 51314 h 4232387"/>
              <a:gd name="connsiteX2" fmla="*/ 4891742 w 5558846"/>
              <a:gd name="connsiteY2" fmla="*/ 3606334 h 4232387"/>
              <a:gd name="connsiteX3" fmla="*/ 461843 w 5558846"/>
              <a:gd name="connsiteY3" fmla="*/ 4232387 h 4232387"/>
              <a:gd name="connsiteX4" fmla="*/ 0 w 5558846"/>
              <a:gd name="connsiteY4" fmla="*/ 0 h 4232387"/>
              <a:gd name="connsiteX0" fmla="*/ 0 w 5558846"/>
              <a:gd name="connsiteY0" fmla="*/ 34887 h 4267274"/>
              <a:gd name="connsiteX1" fmla="*/ 5558846 w 5558846"/>
              <a:gd name="connsiteY1" fmla="*/ 86201 h 4267274"/>
              <a:gd name="connsiteX2" fmla="*/ 4891742 w 5558846"/>
              <a:gd name="connsiteY2" fmla="*/ 3641221 h 4267274"/>
              <a:gd name="connsiteX3" fmla="*/ 461843 w 5558846"/>
              <a:gd name="connsiteY3" fmla="*/ 4267274 h 4267274"/>
              <a:gd name="connsiteX4" fmla="*/ 0 w 5558846"/>
              <a:gd name="connsiteY4" fmla="*/ 34887 h 4267274"/>
              <a:gd name="connsiteX0" fmla="*/ 600593 w 5114967"/>
              <a:gd name="connsiteY0" fmla="*/ 17902 h 4439290"/>
              <a:gd name="connsiteX1" fmla="*/ 5114967 w 5114967"/>
              <a:gd name="connsiteY1" fmla="*/ 258217 h 4439290"/>
              <a:gd name="connsiteX2" fmla="*/ 4447863 w 5114967"/>
              <a:gd name="connsiteY2" fmla="*/ 3813237 h 4439290"/>
              <a:gd name="connsiteX3" fmla="*/ 17964 w 5114967"/>
              <a:gd name="connsiteY3" fmla="*/ 4439290 h 4439290"/>
              <a:gd name="connsiteX4" fmla="*/ 600593 w 5114967"/>
              <a:gd name="connsiteY4" fmla="*/ 17902 h 4439290"/>
              <a:gd name="connsiteX0" fmla="*/ 23258 w 4537632"/>
              <a:gd name="connsiteY0" fmla="*/ 17902 h 4568605"/>
              <a:gd name="connsiteX1" fmla="*/ 4537632 w 4537632"/>
              <a:gd name="connsiteY1" fmla="*/ 258217 h 4568605"/>
              <a:gd name="connsiteX2" fmla="*/ 3870528 w 4537632"/>
              <a:gd name="connsiteY2" fmla="*/ 3813237 h 4568605"/>
              <a:gd name="connsiteX3" fmla="*/ 47418 w 4537632"/>
              <a:gd name="connsiteY3" fmla="*/ 4568605 h 4568605"/>
              <a:gd name="connsiteX4" fmla="*/ 23258 w 4537632"/>
              <a:gd name="connsiteY4" fmla="*/ 17902 h 4568605"/>
              <a:gd name="connsiteX0" fmla="*/ 23258 w 4537632"/>
              <a:gd name="connsiteY0" fmla="*/ 17902 h 4568605"/>
              <a:gd name="connsiteX1" fmla="*/ 4537632 w 4537632"/>
              <a:gd name="connsiteY1" fmla="*/ 258217 h 4568605"/>
              <a:gd name="connsiteX2" fmla="*/ 4005232 w 4537632"/>
              <a:gd name="connsiteY2" fmla="*/ 4109586 h 4568605"/>
              <a:gd name="connsiteX3" fmla="*/ 47418 w 4537632"/>
              <a:gd name="connsiteY3" fmla="*/ 4568605 h 4568605"/>
              <a:gd name="connsiteX4" fmla="*/ 23258 w 4537632"/>
              <a:gd name="connsiteY4" fmla="*/ 17902 h 4568605"/>
              <a:gd name="connsiteX0" fmla="*/ 23258 w 4005232"/>
              <a:gd name="connsiteY0" fmla="*/ 433802 h 4984505"/>
              <a:gd name="connsiteX1" fmla="*/ 3971876 w 4005232"/>
              <a:gd name="connsiteY1" fmla="*/ 598 h 4984505"/>
              <a:gd name="connsiteX2" fmla="*/ 4005232 w 4005232"/>
              <a:gd name="connsiteY2" fmla="*/ 4525486 h 4984505"/>
              <a:gd name="connsiteX3" fmla="*/ 47418 w 4005232"/>
              <a:gd name="connsiteY3" fmla="*/ 4984505 h 4984505"/>
              <a:gd name="connsiteX4" fmla="*/ 23258 w 4005232"/>
              <a:gd name="connsiteY4" fmla="*/ 433802 h 4984505"/>
              <a:gd name="connsiteX0" fmla="*/ 23258 w 4268224"/>
              <a:gd name="connsiteY0" fmla="*/ 139829 h 4690532"/>
              <a:gd name="connsiteX1" fmla="*/ 4268224 w 4268224"/>
              <a:gd name="connsiteY1" fmla="*/ 2973 h 4690532"/>
              <a:gd name="connsiteX2" fmla="*/ 4005232 w 4268224"/>
              <a:gd name="connsiteY2" fmla="*/ 4231513 h 4690532"/>
              <a:gd name="connsiteX3" fmla="*/ 47418 w 4268224"/>
              <a:gd name="connsiteY3" fmla="*/ 4690532 h 4690532"/>
              <a:gd name="connsiteX4" fmla="*/ 23258 w 4268224"/>
              <a:gd name="connsiteY4" fmla="*/ 139829 h 4690532"/>
              <a:gd name="connsiteX0" fmla="*/ 23258 w 4341992"/>
              <a:gd name="connsiteY0" fmla="*/ 139829 h 4690532"/>
              <a:gd name="connsiteX1" fmla="*/ 4268224 w 4341992"/>
              <a:gd name="connsiteY1" fmla="*/ 2973 h 4690532"/>
              <a:gd name="connsiteX2" fmla="*/ 4341992 w 4341992"/>
              <a:gd name="connsiteY2" fmla="*/ 4568273 h 4690532"/>
              <a:gd name="connsiteX3" fmla="*/ 47418 w 4341992"/>
              <a:gd name="connsiteY3" fmla="*/ 4690532 h 4690532"/>
              <a:gd name="connsiteX4" fmla="*/ 23258 w 4341992"/>
              <a:gd name="connsiteY4" fmla="*/ 139829 h 4690532"/>
              <a:gd name="connsiteX0" fmla="*/ 23258 w 6307433"/>
              <a:gd name="connsiteY0" fmla="*/ 168841 h 4719544"/>
              <a:gd name="connsiteX1" fmla="*/ 6307433 w 6307433"/>
              <a:gd name="connsiteY1" fmla="*/ 2143 h 4719544"/>
              <a:gd name="connsiteX2" fmla="*/ 4341992 w 6307433"/>
              <a:gd name="connsiteY2" fmla="*/ 4597285 h 4719544"/>
              <a:gd name="connsiteX3" fmla="*/ 47418 w 6307433"/>
              <a:gd name="connsiteY3" fmla="*/ 4719544 h 4719544"/>
              <a:gd name="connsiteX4" fmla="*/ 23258 w 6307433"/>
              <a:gd name="connsiteY4" fmla="*/ 168841 h 4719544"/>
              <a:gd name="connsiteX0" fmla="*/ 0 w 6323964"/>
              <a:gd name="connsiteY0" fmla="*/ 94197 h 4724479"/>
              <a:gd name="connsiteX1" fmla="*/ 6323964 w 6323964"/>
              <a:gd name="connsiteY1" fmla="*/ 7078 h 4724479"/>
              <a:gd name="connsiteX2" fmla="*/ 4358523 w 6323964"/>
              <a:gd name="connsiteY2" fmla="*/ 4602220 h 4724479"/>
              <a:gd name="connsiteX3" fmla="*/ 63949 w 6323964"/>
              <a:gd name="connsiteY3" fmla="*/ 4724479 h 4724479"/>
              <a:gd name="connsiteX4" fmla="*/ 0 w 6323964"/>
              <a:gd name="connsiteY4" fmla="*/ 94197 h 4724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23964" h="4724479">
                <a:moveTo>
                  <a:pt x="0" y="94197"/>
                </a:moveTo>
                <a:cubicBezTo>
                  <a:pt x="1883738" y="-1593"/>
                  <a:pt x="4471015" y="-10027"/>
                  <a:pt x="6323964" y="7078"/>
                </a:cubicBezTo>
                <a:lnTo>
                  <a:pt x="4358523" y="4602220"/>
                </a:lnTo>
                <a:lnTo>
                  <a:pt x="63949" y="4724479"/>
                </a:lnTo>
                <a:cubicBezTo>
                  <a:pt x="-89999" y="3313683"/>
                  <a:pt x="153948" y="1504993"/>
                  <a:pt x="0" y="94197"/>
                </a:cubicBezTo>
                <a:close/>
              </a:path>
            </a:pathLst>
          </a:custGeom>
          <a:gradFill flip="none" rotWithShape="1">
            <a:gsLst>
              <a:gs pos="100000">
                <a:srgbClr val="093456">
                  <a:alpha val="0"/>
                </a:srgbClr>
              </a:gs>
              <a:gs pos="49000">
                <a:srgbClr val="02294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椭圆 17"/>
          <p:cNvSpPr/>
          <p:nvPr/>
        </p:nvSpPr>
        <p:spPr>
          <a:xfrm>
            <a:off x="3661228" y="584200"/>
            <a:ext cx="4611914" cy="461191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000" dirty="0">
                <a:solidFill>
                  <a:schemeClr val="tx1"/>
                </a:solidFill>
              </a:rPr>
              <a:t>谢谢观赏</a:t>
            </a:r>
            <a:endParaRPr lang="en-US" altLang="zh-CN" sz="4000" dirty="0">
              <a:solidFill>
                <a:schemeClr val="tx1"/>
              </a:solidFill>
            </a:endParaRPr>
          </a:p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THANK   YOU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7272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241</Words>
  <Application>Microsoft Office PowerPoint</Application>
  <PresentationFormat>宽屏</PresentationFormat>
  <Paragraphs>66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Chenguang Yang</cp:lastModifiedBy>
  <cp:revision>67</cp:revision>
  <dcterms:created xsi:type="dcterms:W3CDTF">2016-02-22T11:32:07Z</dcterms:created>
  <dcterms:modified xsi:type="dcterms:W3CDTF">2016-03-07T15:35:19Z</dcterms:modified>
</cp:coreProperties>
</file>